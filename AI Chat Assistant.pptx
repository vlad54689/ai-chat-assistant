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63" r:id="rId6"/>
    <p:sldId id="259" r:id="rId7"/>
    <p:sldId id="260" r:id="rId8"/>
    <p:sldId id="264" r:id="rId9"/>
    <p:sldId id="269" r:id="rId10"/>
    <p:sldId id="265" r:id="rId11"/>
    <p:sldId id="266" r:id="rId12"/>
    <p:sldId id="268" r:id="rId13"/>
    <p:sldId id="267" r:id="rId14"/>
    <p:sldId id="257" r:id="rId15"/>
    <p:sldId id="258" r:id="rId16"/>
    <p:sldId id="270" r:id="rId17"/>
    <p:sldId id="271" r:id="rId18"/>
    <p:sldId id="272" r:id="rId19"/>
    <p:sldId id="275" r:id="rId20"/>
    <p:sldId id="273" r:id="rId21"/>
    <p:sldId id="274" r:id="rId22"/>
    <p:sldId id="262" r:id="rId23"/>
    <p:sldId id="26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96C8C9-3217-46AD-AB6D-FE71660FDDF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E37FBE-3D14-4E76-835F-B3FDCDCA7F26}">
      <dgm:prSet custT="1"/>
      <dgm:spPr/>
      <dgm:t>
        <a:bodyPr/>
        <a:lstStyle/>
        <a:p>
          <a:r>
            <a:rPr lang="en-US" sz="1600"/>
            <a:t>Motivarea proiectului</a:t>
          </a:r>
        </a:p>
      </dgm:t>
    </dgm:pt>
    <dgm:pt modelId="{F98959B5-9744-4430-A1C1-F75DB13DEEB5}" type="parTrans" cxnId="{111CEED7-D154-48B3-89D8-B5A8F6C235E3}">
      <dgm:prSet/>
      <dgm:spPr/>
      <dgm:t>
        <a:bodyPr/>
        <a:lstStyle/>
        <a:p>
          <a:endParaRPr lang="en-US" sz="3600"/>
        </a:p>
      </dgm:t>
    </dgm:pt>
    <dgm:pt modelId="{F55E3B09-E9C4-4067-A45F-C1C0D497BACF}" type="sibTrans" cxnId="{111CEED7-D154-48B3-89D8-B5A8F6C235E3}">
      <dgm:prSet/>
      <dgm:spPr/>
      <dgm:t>
        <a:bodyPr/>
        <a:lstStyle/>
        <a:p>
          <a:endParaRPr lang="en-US" sz="3600"/>
        </a:p>
      </dgm:t>
    </dgm:pt>
    <dgm:pt modelId="{EC357ACC-8418-461D-9C0D-122D7257351A}">
      <dgm:prSet custT="1"/>
      <dgm:spPr/>
      <dgm:t>
        <a:bodyPr/>
        <a:lstStyle/>
        <a:p>
          <a:r>
            <a:rPr lang="en-US" sz="1600"/>
            <a:t>Motivarea proiectului: Propunere si rezolvare</a:t>
          </a:r>
        </a:p>
      </dgm:t>
    </dgm:pt>
    <dgm:pt modelId="{4E668C6D-BCC6-4051-81F3-5ACECFBDBFD6}" type="parTrans" cxnId="{51B113A8-745D-47FB-869D-430D740F01B4}">
      <dgm:prSet/>
      <dgm:spPr/>
      <dgm:t>
        <a:bodyPr/>
        <a:lstStyle/>
        <a:p>
          <a:endParaRPr lang="en-US" sz="3600"/>
        </a:p>
      </dgm:t>
    </dgm:pt>
    <dgm:pt modelId="{FBC7DF52-5774-4137-9172-B96EEFE96C62}" type="sibTrans" cxnId="{51B113A8-745D-47FB-869D-430D740F01B4}">
      <dgm:prSet/>
      <dgm:spPr/>
      <dgm:t>
        <a:bodyPr/>
        <a:lstStyle/>
        <a:p>
          <a:endParaRPr lang="en-US" sz="3600"/>
        </a:p>
      </dgm:t>
    </dgm:pt>
    <dgm:pt modelId="{7E04B9AA-F2E3-4674-9B47-226B6FE7DF41}">
      <dgm:prSet custT="1"/>
      <dgm:spPr/>
      <dgm:t>
        <a:bodyPr/>
        <a:lstStyle/>
        <a:p>
          <a:r>
            <a:rPr lang="en-US" sz="1600"/>
            <a:t>Implementarea tehnica</a:t>
          </a:r>
        </a:p>
      </dgm:t>
    </dgm:pt>
    <dgm:pt modelId="{D1785A76-DC69-4E8C-B24D-562C57A7B75F}" type="parTrans" cxnId="{7D71B292-78BA-4635-8762-5649BF4A9597}">
      <dgm:prSet/>
      <dgm:spPr/>
      <dgm:t>
        <a:bodyPr/>
        <a:lstStyle/>
        <a:p>
          <a:endParaRPr lang="en-US" sz="3600"/>
        </a:p>
      </dgm:t>
    </dgm:pt>
    <dgm:pt modelId="{D9236EB2-1D2F-489B-9A64-84A987481582}" type="sibTrans" cxnId="{7D71B292-78BA-4635-8762-5649BF4A9597}">
      <dgm:prSet/>
      <dgm:spPr/>
      <dgm:t>
        <a:bodyPr/>
        <a:lstStyle/>
        <a:p>
          <a:endParaRPr lang="en-US" sz="3600"/>
        </a:p>
      </dgm:t>
    </dgm:pt>
    <dgm:pt modelId="{2F4F71DE-D55E-4EAE-A535-1EEA2CC57678}">
      <dgm:prSet custT="1"/>
      <dgm:spPr/>
      <dgm:t>
        <a:bodyPr/>
        <a:lstStyle/>
        <a:p>
          <a:r>
            <a:rPr lang="en-US" sz="1600"/>
            <a:t>n8n</a:t>
          </a:r>
        </a:p>
      </dgm:t>
    </dgm:pt>
    <dgm:pt modelId="{10552AC4-CEAF-48DF-8105-3410F9DC12FC}" type="parTrans" cxnId="{52414584-5A98-4238-82FF-F1659220F1E9}">
      <dgm:prSet/>
      <dgm:spPr/>
      <dgm:t>
        <a:bodyPr/>
        <a:lstStyle/>
        <a:p>
          <a:endParaRPr lang="en-US" sz="3600"/>
        </a:p>
      </dgm:t>
    </dgm:pt>
    <dgm:pt modelId="{C9CB6BCC-2E31-46C0-B9CA-5BEA576A527B}" type="sibTrans" cxnId="{52414584-5A98-4238-82FF-F1659220F1E9}">
      <dgm:prSet/>
      <dgm:spPr/>
      <dgm:t>
        <a:bodyPr/>
        <a:lstStyle/>
        <a:p>
          <a:endParaRPr lang="en-US" sz="3600"/>
        </a:p>
      </dgm:t>
    </dgm:pt>
    <dgm:pt modelId="{37239693-ED80-4679-9E75-EAC5783C967A}">
      <dgm:prSet custT="1"/>
      <dgm:spPr/>
      <dgm:t>
        <a:bodyPr/>
        <a:lstStyle/>
        <a:p>
          <a:r>
            <a:rPr lang="en-US" sz="1600"/>
            <a:t>Docker</a:t>
          </a:r>
        </a:p>
      </dgm:t>
    </dgm:pt>
    <dgm:pt modelId="{5F6F3F0D-1D85-41F4-A50A-3C97146C9BD0}" type="parTrans" cxnId="{4583A054-A9BC-4927-8CC5-F6C41D0CAD45}">
      <dgm:prSet/>
      <dgm:spPr/>
      <dgm:t>
        <a:bodyPr/>
        <a:lstStyle/>
        <a:p>
          <a:endParaRPr lang="en-US" sz="3600"/>
        </a:p>
      </dgm:t>
    </dgm:pt>
    <dgm:pt modelId="{12D4FB34-642D-425A-8787-29187A69ACB1}" type="sibTrans" cxnId="{4583A054-A9BC-4927-8CC5-F6C41D0CAD45}">
      <dgm:prSet/>
      <dgm:spPr/>
      <dgm:t>
        <a:bodyPr/>
        <a:lstStyle/>
        <a:p>
          <a:endParaRPr lang="en-US" sz="3600"/>
        </a:p>
      </dgm:t>
    </dgm:pt>
    <dgm:pt modelId="{1C84B064-D3EF-458E-AD8D-C8C9BB59171C}">
      <dgm:prSet custT="1"/>
      <dgm:spPr/>
      <dgm:t>
        <a:bodyPr/>
        <a:lstStyle/>
        <a:p>
          <a:r>
            <a:rPr lang="en-US" sz="1600"/>
            <a:t>Telegram</a:t>
          </a:r>
        </a:p>
      </dgm:t>
    </dgm:pt>
    <dgm:pt modelId="{F9250A9F-AD8D-4A89-8DFA-4DCC029EC196}" type="parTrans" cxnId="{4129F474-FB94-4CB2-A5C3-60157AFA87BC}">
      <dgm:prSet/>
      <dgm:spPr/>
      <dgm:t>
        <a:bodyPr/>
        <a:lstStyle/>
        <a:p>
          <a:endParaRPr lang="en-US" sz="3600"/>
        </a:p>
      </dgm:t>
    </dgm:pt>
    <dgm:pt modelId="{E22E4A8A-E2A8-42C0-BD32-D93974F60330}" type="sibTrans" cxnId="{4129F474-FB94-4CB2-A5C3-60157AFA87BC}">
      <dgm:prSet/>
      <dgm:spPr/>
      <dgm:t>
        <a:bodyPr/>
        <a:lstStyle/>
        <a:p>
          <a:endParaRPr lang="en-US" sz="3600"/>
        </a:p>
      </dgm:t>
    </dgm:pt>
    <dgm:pt modelId="{B827F6B7-6F22-49C9-9210-622B15F1C77F}">
      <dgm:prSet custT="1"/>
      <dgm:spPr/>
      <dgm:t>
        <a:bodyPr/>
        <a:lstStyle/>
        <a:p>
          <a:r>
            <a:rPr lang="en-US" sz="1600"/>
            <a:t>PostgreSQL</a:t>
          </a:r>
        </a:p>
      </dgm:t>
    </dgm:pt>
    <dgm:pt modelId="{7A029EFE-5ED2-4A63-8F57-73114B5D19F7}" type="parTrans" cxnId="{63F23DB4-FBEE-4361-B065-6E709DFF726D}">
      <dgm:prSet/>
      <dgm:spPr/>
      <dgm:t>
        <a:bodyPr/>
        <a:lstStyle/>
        <a:p>
          <a:endParaRPr lang="en-US" sz="3600"/>
        </a:p>
      </dgm:t>
    </dgm:pt>
    <dgm:pt modelId="{81F8AC58-9A0F-4082-93FE-98944AB66322}" type="sibTrans" cxnId="{63F23DB4-FBEE-4361-B065-6E709DFF726D}">
      <dgm:prSet/>
      <dgm:spPr/>
      <dgm:t>
        <a:bodyPr/>
        <a:lstStyle/>
        <a:p>
          <a:endParaRPr lang="en-US" sz="3600"/>
        </a:p>
      </dgm:t>
    </dgm:pt>
    <dgm:pt modelId="{9EB99B7D-7129-44C1-BB26-C90921115ADD}">
      <dgm:prSet custT="1"/>
      <dgm:spPr/>
      <dgm:t>
        <a:bodyPr/>
        <a:lstStyle/>
        <a:p>
          <a:r>
            <a:rPr lang="en-US" sz="1600"/>
            <a:t>Ollama</a:t>
          </a:r>
        </a:p>
      </dgm:t>
    </dgm:pt>
    <dgm:pt modelId="{F3E312C0-A5BA-4B38-AD5F-BE3FFF6516A4}" type="parTrans" cxnId="{B236416C-B5F8-4520-AABF-C96793CBC4C9}">
      <dgm:prSet/>
      <dgm:spPr/>
      <dgm:t>
        <a:bodyPr/>
        <a:lstStyle/>
        <a:p>
          <a:endParaRPr lang="en-US" sz="3600"/>
        </a:p>
      </dgm:t>
    </dgm:pt>
    <dgm:pt modelId="{D94B3D15-B4EF-4C60-A4AD-99971FCD1CC1}" type="sibTrans" cxnId="{B236416C-B5F8-4520-AABF-C96793CBC4C9}">
      <dgm:prSet/>
      <dgm:spPr/>
      <dgm:t>
        <a:bodyPr/>
        <a:lstStyle/>
        <a:p>
          <a:endParaRPr lang="en-US" sz="3600"/>
        </a:p>
      </dgm:t>
    </dgm:pt>
    <dgm:pt modelId="{69F63146-EEE8-4321-B870-07514CA88153}">
      <dgm:prSet custT="1"/>
      <dgm:spPr/>
      <dgm:t>
        <a:bodyPr/>
        <a:lstStyle/>
        <a:p>
          <a:r>
            <a:rPr lang="en-US" sz="1600"/>
            <a:t>State of the art</a:t>
          </a:r>
        </a:p>
      </dgm:t>
    </dgm:pt>
    <dgm:pt modelId="{38D0F85F-289E-49E7-99E6-201CBE908867}" type="parTrans" cxnId="{781F52E6-6795-4660-8F0F-C7E27955914F}">
      <dgm:prSet/>
      <dgm:spPr/>
      <dgm:t>
        <a:bodyPr/>
        <a:lstStyle/>
        <a:p>
          <a:endParaRPr lang="en-US" sz="3600"/>
        </a:p>
      </dgm:t>
    </dgm:pt>
    <dgm:pt modelId="{354F08DC-0F44-4999-90B5-5C1C35AA51B1}" type="sibTrans" cxnId="{781F52E6-6795-4660-8F0F-C7E27955914F}">
      <dgm:prSet/>
      <dgm:spPr/>
      <dgm:t>
        <a:bodyPr/>
        <a:lstStyle/>
        <a:p>
          <a:endParaRPr lang="en-US" sz="3600"/>
        </a:p>
      </dgm:t>
    </dgm:pt>
    <dgm:pt modelId="{1FF0FA6D-DC87-4E56-A51B-6AB0EF41943B}">
      <dgm:prSet custT="1"/>
      <dgm:spPr/>
      <dgm:t>
        <a:bodyPr/>
        <a:lstStyle/>
        <a:p>
          <a:r>
            <a:rPr lang="en-US" sz="1600"/>
            <a:t>State of the art – Schimbari</a:t>
          </a:r>
        </a:p>
      </dgm:t>
    </dgm:pt>
    <dgm:pt modelId="{BA595E91-E4B3-4101-AA28-C97DE8535436}" type="parTrans" cxnId="{209FF720-7ED9-4477-B2BC-CB397D5C08AE}">
      <dgm:prSet/>
      <dgm:spPr/>
      <dgm:t>
        <a:bodyPr/>
        <a:lstStyle/>
        <a:p>
          <a:endParaRPr lang="en-US" sz="3600"/>
        </a:p>
      </dgm:t>
    </dgm:pt>
    <dgm:pt modelId="{F21A6165-E259-4D19-AD68-40675AF11BF0}" type="sibTrans" cxnId="{209FF720-7ED9-4477-B2BC-CB397D5C08AE}">
      <dgm:prSet/>
      <dgm:spPr/>
      <dgm:t>
        <a:bodyPr/>
        <a:lstStyle/>
        <a:p>
          <a:endParaRPr lang="en-US" sz="3600"/>
        </a:p>
      </dgm:t>
    </dgm:pt>
    <dgm:pt modelId="{57736989-D7C8-4B86-BE67-0D7BBECF8A81}">
      <dgm:prSet custT="1"/>
      <dgm:spPr/>
      <dgm:t>
        <a:bodyPr/>
        <a:lstStyle/>
        <a:p>
          <a:r>
            <a:rPr lang="en-US" sz="1600"/>
            <a:t>Experiment 1 – Gestionarea utilizatorilor monitorizati</a:t>
          </a:r>
        </a:p>
      </dgm:t>
    </dgm:pt>
    <dgm:pt modelId="{0A301B1E-1540-4F76-B6DB-262B687AF38C}" type="parTrans" cxnId="{613166D9-52E1-4789-A732-9FBE81DE4C6C}">
      <dgm:prSet/>
      <dgm:spPr/>
      <dgm:t>
        <a:bodyPr/>
        <a:lstStyle/>
        <a:p>
          <a:endParaRPr lang="en-US" sz="3600"/>
        </a:p>
      </dgm:t>
    </dgm:pt>
    <dgm:pt modelId="{4BBDC7B9-E3C7-4266-91E1-ABFD24C071D5}" type="sibTrans" cxnId="{613166D9-52E1-4789-A732-9FBE81DE4C6C}">
      <dgm:prSet/>
      <dgm:spPr/>
      <dgm:t>
        <a:bodyPr/>
        <a:lstStyle/>
        <a:p>
          <a:endParaRPr lang="en-US" sz="3600"/>
        </a:p>
      </dgm:t>
    </dgm:pt>
    <dgm:pt modelId="{6DFE6313-7863-4ADE-8AA8-63C2D032F952}">
      <dgm:prSet custT="1"/>
      <dgm:spPr/>
      <dgm:t>
        <a:bodyPr/>
        <a:lstStyle/>
        <a:p>
          <a:r>
            <a:rPr lang="en-US" sz="1600"/>
            <a:t>Experiment 2 – Gestionarea preferintelor</a:t>
          </a:r>
        </a:p>
      </dgm:t>
    </dgm:pt>
    <dgm:pt modelId="{2A215A4D-26B9-4CB5-9D52-6E416FD4F565}" type="parTrans" cxnId="{5891F5D9-AF8D-4DB3-B7AE-236C2ACBF777}">
      <dgm:prSet/>
      <dgm:spPr/>
      <dgm:t>
        <a:bodyPr/>
        <a:lstStyle/>
        <a:p>
          <a:endParaRPr lang="en-US" sz="3600"/>
        </a:p>
      </dgm:t>
    </dgm:pt>
    <dgm:pt modelId="{CABCF94B-1349-472B-9709-44AAFBD48153}" type="sibTrans" cxnId="{5891F5D9-AF8D-4DB3-B7AE-236C2ACBF777}">
      <dgm:prSet/>
      <dgm:spPr/>
      <dgm:t>
        <a:bodyPr/>
        <a:lstStyle/>
        <a:p>
          <a:endParaRPr lang="en-US" sz="3600"/>
        </a:p>
      </dgm:t>
    </dgm:pt>
    <dgm:pt modelId="{055CFDC8-E538-480A-80CC-27671379C5F2}">
      <dgm:prSet custT="1"/>
      <dgm:spPr/>
      <dgm:t>
        <a:bodyPr/>
        <a:lstStyle/>
        <a:p>
          <a:r>
            <a:rPr lang="en-US" sz="1600"/>
            <a:t>Experiment 3 – Sumarizarea mesajelor</a:t>
          </a:r>
        </a:p>
      </dgm:t>
    </dgm:pt>
    <dgm:pt modelId="{873E8E9C-4142-41C4-BEC3-DF0122ABFB42}" type="parTrans" cxnId="{3BC44254-002C-4A86-A6E5-AB6F8957D8E4}">
      <dgm:prSet/>
      <dgm:spPr/>
      <dgm:t>
        <a:bodyPr/>
        <a:lstStyle/>
        <a:p>
          <a:endParaRPr lang="en-US" sz="3600"/>
        </a:p>
      </dgm:t>
    </dgm:pt>
    <dgm:pt modelId="{D85A34ED-24CF-4C7D-B7AB-3F682AC70087}" type="sibTrans" cxnId="{3BC44254-002C-4A86-A6E5-AB6F8957D8E4}">
      <dgm:prSet/>
      <dgm:spPr/>
      <dgm:t>
        <a:bodyPr/>
        <a:lstStyle/>
        <a:p>
          <a:endParaRPr lang="en-US" sz="3600"/>
        </a:p>
      </dgm:t>
    </dgm:pt>
    <dgm:pt modelId="{E5769D09-F2F6-4DF9-A0CE-642CB81A1304}">
      <dgm:prSet custT="1"/>
      <dgm:spPr/>
      <dgm:t>
        <a:bodyPr/>
        <a:lstStyle/>
        <a:p>
          <a:r>
            <a:rPr lang="en-US" sz="1600"/>
            <a:t>Experiment 4 – Mesaj nedorit</a:t>
          </a:r>
        </a:p>
      </dgm:t>
    </dgm:pt>
    <dgm:pt modelId="{B0EA7D69-2A44-4719-982E-B4170789DFB4}" type="parTrans" cxnId="{604CAF82-5253-408C-ADD0-606C1ACB14FE}">
      <dgm:prSet/>
      <dgm:spPr/>
      <dgm:t>
        <a:bodyPr/>
        <a:lstStyle/>
        <a:p>
          <a:endParaRPr lang="en-US" sz="3600"/>
        </a:p>
      </dgm:t>
    </dgm:pt>
    <dgm:pt modelId="{D3FC5A9F-F6B3-4E9F-9C7E-713F04F9BF77}" type="sibTrans" cxnId="{604CAF82-5253-408C-ADD0-606C1ACB14FE}">
      <dgm:prSet/>
      <dgm:spPr/>
      <dgm:t>
        <a:bodyPr/>
        <a:lstStyle/>
        <a:p>
          <a:endParaRPr lang="en-US" sz="3600"/>
        </a:p>
      </dgm:t>
    </dgm:pt>
    <dgm:pt modelId="{A0182B94-3298-479A-B5A7-4FD02B66F42A}">
      <dgm:prSet custT="1"/>
      <dgm:spPr/>
      <dgm:t>
        <a:bodyPr/>
        <a:lstStyle/>
        <a:p>
          <a:r>
            <a:rPr lang="en-US" sz="1600"/>
            <a:t>Rezultate </a:t>
          </a:r>
        </a:p>
      </dgm:t>
    </dgm:pt>
    <dgm:pt modelId="{8DD5F2FD-7EE3-46EC-A636-D9EB32CAC29F}" type="parTrans" cxnId="{E4EEDF8C-CF82-48FB-B479-01B18189B43D}">
      <dgm:prSet/>
      <dgm:spPr/>
      <dgm:t>
        <a:bodyPr/>
        <a:lstStyle/>
        <a:p>
          <a:endParaRPr lang="en-US" sz="3600"/>
        </a:p>
      </dgm:t>
    </dgm:pt>
    <dgm:pt modelId="{BB3EFE43-4AF4-4274-96D7-FBFF4D987E48}" type="sibTrans" cxnId="{E4EEDF8C-CF82-48FB-B479-01B18189B43D}">
      <dgm:prSet/>
      <dgm:spPr/>
      <dgm:t>
        <a:bodyPr/>
        <a:lstStyle/>
        <a:p>
          <a:endParaRPr lang="en-US" sz="3600"/>
        </a:p>
      </dgm:t>
    </dgm:pt>
    <dgm:pt modelId="{618E3E68-DE47-4D29-9971-BDA266E8F142}">
      <dgm:prSet custT="1"/>
      <dgm:spPr/>
      <dgm:t>
        <a:bodyPr/>
        <a:lstStyle/>
        <a:p>
          <a:r>
            <a:rPr lang="en-US" sz="1600"/>
            <a:t>Concluzie</a:t>
          </a:r>
        </a:p>
      </dgm:t>
    </dgm:pt>
    <dgm:pt modelId="{51AC1002-9FFE-41A0-BF35-823D723A26D7}" type="parTrans" cxnId="{D635442B-109C-42B9-8BF3-03527D853403}">
      <dgm:prSet/>
      <dgm:spPr/>
      <dgm:t>
        <a:bodyPr/>
        <a:lstStyle/>
        <a:p>
          <a:endParaRPr lang="en-US" sz="3600"/>
        </a:p>
      </dgm:t>
    </dgm:pt>
    <dgm:pt modelId="{5BF5CE3D-281A-4B1A-A843-39A476460F6C}" type="sibTrans" cxnId="{D635442B-109C-42B9-8BF3-03527D853403}">
      <dgm:prSet/>
      <dgm:spPr/>
      <dgm:t>
        <a:bodyPr/>
        <a:lstStyle/>
        <a:p>
          <a:endParaRPr lang="en-US" sz="3600"/>
        </a:p>
      </dgm:t>
    </dgm:pt>
    <dgm:pt modelId="{C73F0BAD-3112-4A08-9237-382A1C219481}">
      <dgm:prSet custT="1"/>
      <dgm:spPr/>
      <dgm:t>
        <a:bodyPr/>
        <a:lstStyle/>
        <a:p>
          <a:r>
            <a:rPr lang="en-US" sz="1600"/>
            <a:t>Bibliografie</a:t>
          </a:r>
        </a:p>
      </dgm:t>
    </dgm:pt>
    <dgm:pt modelId="{ED9114C8-BFA5-4B2B-9FCC-BCC9AED449DA}" type="parTrans" cxnId="{32F0270D-84B3-4245-B611-07C6D7A64766}">
      <dgm:prSet/>
      <dgm:spPr/>
      <dgm:t>
        <a:bodyPr/>
        <a:lstStyle/>
        <a:p>
          <a:endParaRPr lang="en-US" sz="3600"/>
        </a:p>
      </dgm:t>
    </dgm:pt>
    <dgm:pt modelId="{0CAF66D4-23ED-492C-ABC1-B90057A8396C}" type="sibTrans" cxnId="{32F0270D-84B3-4245-B611-07C6D7A64766}">
      <dgm:prSet/>
      <dgm:spPr/>
      <dgm:t>
        <a:bodyPr/>
        <a:lstStyle/>
        <a:p>
          <a:endParaRPr lang="en-US" sz="3600"/>
        </a:p>
      </dgm:t>
    </dgm:pt>
    <dgm:pt modelId="{57EDC09A-71C5-41EB-AB3D-B2B94104D904}" type="pres">
      <dgm:prSet presAssocID="{1496C8C9-3217-46AD-AB6D-FE71660FDDFB}" presName="vert0" presStyleCnt="0">
        <dgm:presLayoutVars>
          <dgm:dir/>
          <dgm:animOne val="branch"/>
          <dgm:animLvl val="lvl"/>
        </dgm:presLayoutVars>
      </dgm:prSet>
      <dgm:spPr/>
    </dgm:pt>
    <dgm:pt modelId="{424144CF-DC4C-4E7B-9AB3-416A9949BE84}" type="pres">
      <dgm:prSet presAssocID="{53E37FBE-3D14-4E76-835F-B3FDCDCA7F26}" presName="thickLine" presStyleLbl="alignNode1" presStyleIdx="0" presStyleCnt="17"/>
      <dgm:spPr/>
    </dgm:pt>
    <dgm:pt modelId="{2957312C-D9F1-4CE8-BBB9-7CF8169A9902}" type="pres">
      <dgm:prSet presAssocID="{53E37FBE-3D14-4E76-835F-B3FDCDCA7F26}" presName="horz1" presStyleCnt="0"/>
      <dgm:spPr/>
    </dgm:pt>
    <dgm:pt modelId="{67E46961-4363-4CC3-9ABB-F4F97A0FBA36}" type="pres">
      <dgm:prSet presAssocID="{53E37FBE-3D14-4E76-835F-B3FDCDCA7F26}" presName="tx1" presStyleLbl="revTx" presStyleIdx="0" presStyleCnt="17"/>
      <dgm:spPr/>
    </dgm:pt>
    <dgm:pt modelId="{B75D6CB8-A234-4763-BFD1-5EDC66C887B1}" type="pres">
      <dgm:prSet presAssocID="{53E37FBE-3D14-4E76-835F-B3FDCDCA7F26}" presName="vert1" presStyleCnt="0"/>
      <dgm:spPr/>
    </dgm:pt>
    <dgm:pt modelId="{9409A654-A8AC-4183-85BD-57FAD4A17D54}" type="pres">
      <dgm:prSet presAssocID="{EC357ACC-8418-461D-9C0D-122D7257351A}" presName="thickLine" presStyleLbl="alignNode1" presStyleIdx="1" presStyleCnt="17"/>
      <dgm:spPr/>
    </dgm:pt>
    <dgm:pt modelId="{73FB67FA-935E-4D1C-83B6-F1211F6AD173}" type="pres">
      <dgm:prSet presAssocID="{EC357ACC-8418-461D-9C0D-122D7257351A}" presName="horz1" presStyleCnt="0"/>
      <dgm:spPr/>
    </dgm:pt>
    <dgm:pt modelId="{240E0E49-48A9-4CDE-BD57-5B0137A94878}" type="pres">
      <dgm:prSet presAssocID="{EC357ACC-8418-461D-9C0D-122D7257351A}" presName="tx1" presStyleLbl="revTx" presStyleIdx="1" presStyleCnt="17"/>
      <dgm:spPr/>
    </dgm:pt>
    <dgm:pt modelId="{CAEAE24C-38B0-4192-89C0-0B1EAC3092E9}" type="pres">
      <dgm:prSet presAssocID="{EC357ACC-8418-461D-9C0D-122D7257351A}" presName="vert1" presStyleCnt="0"/>
      <dgm:spPr/>
    </dgm:pt>
    <dgm:pt modelId="{65F1BCC5-4D4E-4B28-A08C-B99DC6CF774A}" type="pres">
      <dgm:prSet presAssocID="{7E04B9AA-F2E3-4674-9B47-226B6FE7DF41}" presName="thickLine" presStyleLbl="alignNode1" presStyleIdx="2" presStyleCnt="17"/>
      <dgm:spPr/>
    </dgm:pt>
    <dgm:pt modelId="{682E2E6A-FF21-43A3-AAD2-FEC972E21596}" type="pres">
      <dgm:prSet presAssocID="{7E04B9AA-F2E3-4674-9B47-226B6FE7DF41}" presName="horz1" presStyleCnt="0"/>
      <dgm:spPr/>
    </dgm:pt>
    <dgm:pt modelId="{FD47AFEF-7561-4DD1-B220-3BAB732D8324}" type="pres">
      <dgm:prSet presAssocID="{7E04B9AA-F2E3-4674-9B47-226B6FE7DF41}" presName="tx1" presStyleLbl="revTx" presStyleIdx="2" presStyleCnt="17"/>
      <dgm:spPr/>
    </dgm:pt>
    <dgm:pt modelId="{78ECF0E2-5A80-4B84-AC5B-60D5FDE52B1A}" type="pres">
      <dgm:prSet presAssocID="{7E04B9AA-F2E3-4674-9B47-226B6FE7DF41}" presName="vert1" presStyleCnt="0"/>
      <dgm:spPr/>
    </dgm:pt>
    <dgm:pt modelId="{B02512A8-0EBE-4C1A-8644-168CBC59B293}" type="pres">
      <dgm:prSet presAssocID="{2F4F71DE-D55E-4EAE-A535-1EEA2CC57678}" presName="thickLine" presStyleLbl="alignNode1" presStyleIdx="3" presStyleCnt="17"/>
      <dgm:spPr/>
    </dgm:pt>
    <dgm:pt modelId="{58515B07-394A-49E0-B8F4-4B338E4F8323}" type="pres">
      <dgm:prSet presAssocID="{2F4F71DE-D55E-4EAE-A535-1EEA2CC57678}" presName="horz1" presStyleCnt="0"/>
      <dgm:spPr/>
    </dgm:pt>
    <dgm:pt modelId="{90D198CB-BE22-4EE4-88E4-128BEDC37B3B}" type="pres">
      <dgm:prSet presAssocID="{2F4F71DE-D55E-4EAE-A535-1EEA2CC57678}" presName="tx1" presStyleLbl="revTx" presStyleIdx="3" presStyleCnt="17"/>
      <dgm:spPr/>
    </dgm:pt>
    <dgm:pt modelId="{5560731E-359C-49F9-9018-EA1F3F5F3474}" type="pres">
      <dgm:prSet presAssocID="{2F4F71DE-D55E-4EAE-A535-1EEA2CC57678}" presName="vert1" presStyleCnt="0"/>
      <dgm:spPr/>
    </dgm:pt>
    <dgm:pt modelId="{582B22A0-402C-4FFC-A21C-12609FC5F01A}" type="pres">
      <dgm:prSet presAssocID="{37239693-ED80-4679-9E75-EAC5783C967A}" presName="thickLine" presStyleLbl="alignNode1" presStyleIdx="4" presStyleCnt="17"/>
      <dgm:spPr/>
    </dgm:pt>
    <dgm:pt modelId="{F88B1F5E-BC1D-455E-B7AA-AD2B856ACA2B}" type="pres">
      <dgm:prSet presAssocID="{37239693-ED80-4679-9E75-EAC5783C967A}" presName="horz1" presStyleCnt="0"/>
      <dgm:spPr/>
    </dgm:pt>
    <dgm:pt modelId="{2435BD14-6DC8-42F8-99AE-8ACDCDFF5DAE}" type="pres">
      <dgm:prSet presAssocID="{37239693-ED80-4679-9E75-EAC5783C967A}" presName="tx1" presStyleLbl="revTx" presStyleIdx="4" presStyleCnt="17"/>
      <dgm:spPr/>
    </dgm:pt>
    <dgm:pt modelId="{D281DE49-38A0-4BF2-B629-3C261CBA9256}" type="pres">
      <dgm:prSet presAssocID="{37239693-ED80-4679-9E75-EAC5783C967A}" presName="vert1" presStyleCnt="0"/>
      <dgm:spPr/>
    </dgm:pt>
    <dgm:pt modelId="{036638D2-BA2C-4121-9815-B16BA6709697}" type="pres">
      <dgm:prSet presAssocID="{1C84B064-D3EF-458E-AD8D-C8C9BB59171C}" presName="thickLine" presStyleLbl="alignNode1" presStyleIdx="5" presStyleCnt="17"/>
      <dgm:spPr/>
    </dgm:pt>
    <dgm:pt modelId="{1AAF3663-7EF6-4359-86B4-E396C0D1AD04}" type="pres">
      <dgm:prSet presAssocID="{1C84B064-D3EF-458E-AD8D-C8C9BB59171C}" presName="horz1" presStyleCnt="0"/>
      <dgm:spPr/>
    </dgm:pt>
    <dgm:pt modelId="{6DB12386-883F-4215-90EB-D17DA010202E}" type="pres">
      <dgm:prSet presAssocID="{1C84B064-D3EF-458E-AD8D-C8C9BB59171C}" presName="tx1" presStyleLbl="revTx" presStyleIdx="5" presStyleCnt="17"/>
      <dgm:spPr/>
    </dgm:pt>
    <dgm:pt modelId="{666D683D-8129-4B9C-83BC-3870AE8DF77C}" type="pres">
      <dgm:prSet presAssocID="{1C84B064-D3EF-458E-AD8D-C8C9BB59171C}" presName="vert1" presStyleCnt="0"/>
      <dgm:spPr/>
    </dgm:pt>
    <dgm:pt modelId="{C2416AA7-7414-49DC-A7BC-EFF64DDD16E3}" type="pres">
      <dgm:prSet presAssocID="{B827F6B7-6F22-49C9-9210-622B15F1C77F}" presName="thickLine" presStyleLbl="alignNode1" presStyleIdx="6" presStyleCnt="17"/>
      <dgm:spPr/>
    </dgm:pt>
    <dgm:pt modelId="{3CAF7737-C0DE-4E2A-A52E-ACD64FB54EFE}" type="pres">
      <dgm:prSet presAssocID="{B827F6B7-6F22-49C9-9210-622B15F1C77F}" presName="horz1" presStyleCnt="0"/>
      <dgm:spPr/>
    </dgm:pt>
    <dgm:pt modelId="{00673C0D-9759-4052-8E89-CA059BCE2474}" type="pres">
      <dgm:prSet presAssocID="{B827F6B7-6F22-49C9-9210-622B15F1C77F}" presName="tx1" presStyleLbl="revTx" presStyleIdx="6" presStyleCnt="17"/>
      <dgm:spPr/>
    </dgm:pt>
    <dgm:pt modelId="{0FD93E64-DF60-4B1B-94D8-86F89978C36A}" type="pres">
      <dgm:prSet presAssocID="{B827F6B7-6F22-49C9-9210-622B15F1C77F}" presName="vert1" presStyleCnt="0"/>
      <dgm:spPr/>
    </dgm:pt>
    <dgm:pt modelId="{6987FD34-37A3-4C18-AF10-2288E0065519}" type="pres">
      <dgm:prSet presAssocID="{9EB99B7D-7129-44C1-BB26-C90921115ADD}" presName="thickLine" presStyleLbl="alignNode1" presStyleIdx="7" presStyleCnt="17"/>
      <dgm:spPr/>
    </dgm:pt>
    <dgm:pt modelId="{05DE703B-5E60-4E2C-AAAD-7D6F657E1804}" type="pres">
      <dgm:prSet presAssocID="{9EB99B7D-7129-44C1-BB26-C90921115ADD}" presName="horz1" presStyleCnt="0"/>
      <dgm:spPr/>
    </dgm:pt>
    <dgm:pt modelId="{E264EF09-3FEF-41B1-A331-A1C94CBA7457}" type="pres">
      <dgm:prSet presAssocID="{9EB99B7D-7129-44C1-BB26-C90921115ADD}" presName="tx1" presStyleLbl="revTx" presStyleIdx="7" presStyleCnt="17"/>
      <dgm:spPr/>
    </dgm:pt>
    <dgm:pt modelId="{DFBD95F0-0C48-42B1-A7A7-13AFCFF15B46}" type="pres">
      <dgm:prSet presAssocID="{9EB99B7D-7129-44C1-BB26-C90921115ADD}" presName="vert1" presStyleCnt="0"/>
      <dgm:spPr/>
    </dgm:pt>
    <dgm:pt modelId="{E93E52A1-6547-4486-9EA1-F3FD1A45BAE7}" type="pres">
      <dgm:prSet presAssocID="{69F63146-EEE8-4321-B870-07514CA88153}" presName="thickLine" presStyleLbl="alignNode1" presStyleIdx="8" presStyleCnt="17"/>
      <dgm:spPr/>
    </dgm:pt>
    <dgm:pt modelId="{FB17447D-9150-4065-81CA-C38E2A28A379}" type="pres">
      <dgm:prSet presAssocID="{69F63146-EEE8-4321-B870-07514CA88153}" presName="horz1" presStyleCnt="0"/>
      <dgm:spPr/>
    </dgm:pt>
    <dgm:pt modelId="{A0B06661-786A-4A0F-BFB9-55A018C88ABB}" type="pres">
      <dgm:prSet presAssocID="{69F63146-EEE8-4321-B870-07514CA88153}" presName="tx1" presStyleLbl="revTx" presStyleIdx="8" presStyleCnt="17"/>
      <dgm:spPr/>
    </dgm:pt>
    <dgm:pt modelId="{E6E45BBC-598A-4C35-AF05-FDCCE8191DDE}" type="pres">
      <dgm:prSet presAssocID="{69F63146-EEE8-4321-B870-07514CA88153}" presName="vert1" presStyleCnt="0"/>
      <dgm:spPr/>
    </dgm:pt>
    <dgm:pt modelId="{7D31FD6A-31F3-4AB3-A069-D5F40DCA3C69}" type="pres">
      <dgm:prSet presAssocID="{1FF0FA6D-DC87-4E56-A51B-6AB0EF41943B}" presName="thickLine" presStyleLbl="alignNode1" presStyleIdx="9" presStyleCnt="17"/>
      <dgm:spPr/>
    </dgm:pt>
    <dgm:pt modelId="{161731B7-7C1B-42A1-A4C3-BDD9E1F43608}" type="pres">
      <dgm:prSet presAssocID="{1FF0FA6D-DC87-4E56-A51B-6AB0EF41943B}" presName="horz1" presStyleCnt="0"/>
      <dgm:spPr/>
    </dgm:pt>
    <dgm:pt modelId="{BEFBC9FF-1638-45FA-9D5A-CE741A506B1D}" type="pres">
      <dgm:prSet presAssocID="{1FF0FA6D-DC87-4E56-A51B-6AB0EF41943B}" presName="tx1" presStyleLbl="revTx" presStyleIdx="9" presStyleCnt="17"/>
      <dgm:spPr/>
    </dgm:pt>
    <dgm:pt modelId="{07071D81-41D9-43DE-BE32-98126C82CFC5}" type="pres">
      <dgm:prSet presAssocID="{1FF0FA6D-DC87-4E56-A51B-6AB0EF41943B}" presName="vert1" presStyleCnt="0"/>
      <dgm:spPr/>
    </dgm:pt>
    <dgm:pt modelId="{56AED54D-5276-4E50-9C80-FEFAE6FFAB4A}" type="pres">
      <dgm:prSet presAssocID="{57736989-D7C8-4B86-BE67-0D7BBECF8A81}" presName="thickLine" presStyleLbl="alignNode1" presStyleIdx="10" presStyleCnt="17"/>
      <dgm:spPr/>
    </dgm:pt>
    <dgm:pt modelId="{0CC4D43D-CDA8-49CF-AF43-5B00CC1F39AC}" type="pres">
      <dgm:prSet presAssocID="{57736989-D7C8-4B86-BE67-0D7BBECF8A81}" presName="horz1" presStyleCnt="0"/>
      <dgm:spPr/>
    </dgm:pt>
    <dgm:pt modelId="{1FFD2A04-E8D5-447C-A51C-774249B539F5}" type="pres">
      <dgm:prSet presAssocID="{57736989-D7C8-4B86-BE67-0D7BBECF8A81}" presName="tx1" presStyleLbl="revTx" presStyleIdx="10" presStyleCnt="17"/>
      <dgm:spPr/>
    </dgm:pt>
    <dgm:pt modelId="{9CA95669-50B1-41A0-8BD9-C1E4EBC243DD}" type="pres">
      <dgm:prSet presAssocID="{57736989-D7C8-4B86-BE67-0D7BBECF8A81}" presName="vert1" presStyleCnt="0"/>
      <dgm:spPr/>
    </dgm:pt>
    <dgm:pt modelId="{8920EEF7-8E9B-48A5-8A94-588A0A10A91E}" type="pres">
      <dgm:prSet presAssocID="{6DFE6313-7863-4ADE-8AA8-63C2D032F952}" presName="thickLine" presStyleLbl="alignNode1" presStyleIdx="11" presStyleCnt="17"/>
      <dgm:spPr/>
    </dgm:pt>
    <dgm:pt modelId="{DDFDBE05-62DE-405D-B407-2D0949EF9BCD}" type="pres">
      <dgm:prSet presAssocID="{6DFE6313-7863-4ADE-8AA8-63C2D032F952}" presName="horz1" presStyleCnt="0"/>
      <dgm:spPr/>
    </dgm:pt>
    <dgm:pt modelId="{88C86FC7-D535-4E3D-B562-E2D2CB63A528}" type="pres">
      <dgm:prSet presAssocID="{6DFE6313-7863-4ADE-8AA8-63C2D032F952}" presName="tx1" presStyleLbl="revTx" presStyleIdx="11" presStyleCnt="17"/>
      <dgm:spPr/>
    </dgm:pt>
    <dgm:pt modelId="{EB981E69-ADCA-4AE3-BA72-4DA7BB50A316}" type="pres">
      <dgm:prSet presAssocID="{6DFE6313-7863-4ADE-8AA8-63C2D032F952}" presName="vert1" presStyleCnt="0"/>
      <dgm:spPr/>
    </dgm:pt>
    <dgm:pt modelId="{7C4D49CC-64B0-4982-A384-2402CAD144C2}" type="pres">
      <dgm:prSet presAssocID="{055CFDC8-E538-480A-80CC-27671379C5F2}" presName="thickLine" presStyleLbl="alignNode1" presStyleIdx="12" presStyleCnt="17"/>
      <dgm:spPr/>
    </dgm:pt>
    <dgm:pt modelId="{B66CDF3F-0868-4F7D-9A36-210BD668B806}" type="pres">
      <dgm:prSet presAssocID="{055CFDC8-E538-480A-80CC-27671379C5F2}" presName="horz1" presStyleCnt="0"/>
      <dgm:spPr/>
    </dgm:pt>
    <dgm:pt modelId="{CCAAF4B5-4262-4201-9A23-4BE1118F359F}" type="pres">
      <dgm:prSet presAssocID="{055CFDC8-E538-480A-80CC-27671379C5F2}" presName="tx1" presStyleLbl="revTx" presStyleIdx="12" presStyleCnt="17"/>
      <dgm:spPr/>
    </dgm:pt>
    <dgm:pt modelId="{BC01F3ED-4411-4FE2-AFE4-4C0DA216EEA5}" type="pres">
      <dgm:prSet presAssocID="{055CFDC8-E538-480A-80CC-27671379C5F2}" presName="vert1" presStyleCnt="0"/>
      <dgm:spPr/>
    </dgm:pt>
    <dgm:pt modelId="{E67CB158-BE26-4AD9-B666-A39771A33066}" type="pres">
      <dgm:prSet presAssocID="{E5769D09-F2F6-4DF9-A0CE-642CB81A1304}" presName="thickLine" presStyleLbl="alignNode1" presStyleIdx="13" presStyleCnt="17"/>
      <dgm:spPr/>
    </dgm:pt>
    <dgm:pt modelId="{E1CA65B4-D7AC-4361-9BBA-16EA81AC2476}" type="pres">
      <dgm:prSet presAssocID="{E5769D09-F2F6-4DF9-A0CE-642CB81A1304}" presName="horz1" presStyleCnt="0"/>
      <dgm:spPr/>
    </dgm:pt>
    <dgm:pt modelId="{B8224658-6B63-4097-A3CD-8A750FA01B17}" type="pres">
      <dgm:prSet presAssocID="{E5769D09-F2F6-4DF9-A0CE-642CB81A1304}" presName="tx1" presStyleLbl="revTx" presStyleIdx="13" presStyleCnt="17"/>
      <dgm:spPr/>
    </dgm:pt>
    <dgm:pt modelId="{4C8A9DFD-6BD7-4058-9DAF-217BC8EE3D5A}" type="pres">
      <dgm:prSet presAssocID="{E5769D09-F2F6-4DF9-A0CE-642CB81A1304}" presName="vert1" presStyleCnt="0"/>
      <dgm:spPr/>
    </dgm:pt>
    <dgm:pt modelId="{59BF21CE-BCA6-4367-8BD7-25442C18A7E4}" type="pres">
      <dgm:prSet presAssocID="{A0182B94-3298-479A-B5A7-4FD02B66F42A}" presName="thickLine" presStyleLbl="alignNode1" presStyleIdx="14" presStyleCnt="17"/>
      <dgm:spPr/>
    </dgm:pt>
    <dgm:pt modelId="{46E0BD85-8C77-4A3E-A122-90201E96F1FD}" type="pres">
      <dgm:prSet presAssocID="{A0182B94-3298-479A-B5A7-4FD02B66F42A}" presName="horz1" presStyleCnt="0"/>
      <dgm:spPr/>
    </dgm:pt>
    <dgm:pt modelId="{5495ACB7-FF8A-4602-B668-03027A433C83}" type="pres">
      <dgm:prSet presAssocID="{A0182B94-3298-479A-B5A7-4FD02B66F42A}" presName="tx1" presStyleLbl="revTx" presStyleIdx="14" presStyleCnt="17"/>
      <dgm:spPr/>
    </dgm:pt>
    <dgm:pt modelId="{3E1553C2-62BE-40C9-A581-F92F382282E7}" type="pres">
      <dgm:prSet presAssocID="{A0182B94-3298-479A-B5A7-4FD02B66F42A}" presName="vert1" presStyleCnt="0"/>
      <dgm:spPr/>
    </dgm:pt>
    <dgm:pt modelId="{5CCE363E-CD9F-4701-9DE5-7B47076D7EA4}" type="pres">
      <dgm:prSet presAssocID="{618E3E68-DE47-4D29-9971-BDA266E8F142}" presName="thickLine" presStyleLbl="alignNode1" presStyleIdx="15" presStyleCnt="17"/>
      <dgm:spPr/>
    </dgm:pt>
    <dgm:pt modelId="{77DCC398-5CB1-42F1-BF8F-21CBB4590DF7}" type="pres">
      <dgm:prSet presAssocID="{618E3E68-DE47-4D29-9971-BDA266E8F142}" presName="horz1" presStyleCnt="0"/>
      <dgm:spPr/>
    </dgm:pt>
    <dgm:pt modelId="{F69641CA-20C0-4F07-BAC7-E66766053810}" type="pres">
      <dgm:prSet presAssocID="{618E3E68-DE47-4D29-9971-BDA266E8F142}" presName="tx1" presStyleLbl="revTx" presStyleIdx="15" presStyleCnt="17"/>
      <dgm:spPr/>
    </dgm:pt>
    <dgm:pt modelId="{DFE48A60-EA1C-48DF-BA06-EC2B11DA7F07}" type="pres">
      <dgm:prSet presAssocID="{618E3E68-DE47-4D29-9971-BDA266E8F142}" presName="vert1" presStyleCnt="0"/>
      <dgm:spPr/>
    </dgm:pt>
    <dgm:pt modelId="{A2AAF58B-F102-4F34-92ED-74D596812206}" type="pres">
      <dgm:prSet presAssocID="{C73F0BAD-3112-4A08-9237-382A1C219481}" presName="thickLine" presStyleLbl="alignNode1" presStyleIdx="16" presStyleCnt="17"/>
      <dgm:spPr/>
    </dgm:pt>
    <dgm:pt modelId="{98F265BF-CD63-4977-9750-B616448CE530}" type="pres">
      <dgm:prSet presAssocID="{C73F0BAD-3112-4A08-9237-382A1C219481}" presName="horz1" presStyleCnt="0"/>
      <dgm:spPr/>
    </dgm:pt>
    <dgm:pt modelId="{4E804823-8206-41D8-97B0-183DD5225681}" type="pres">
      <dgm:prSet presAssocID="{C73F0BAD-3112-4A08-9237-382A1C219481}" presName="tx1" presStyleLbl="revTx" presStyleIdx="16" presStyleCnt="17"/>
      <dgm:spPr/>
    </dgm:pt>
    <dgm:pt modelId="{1CD6FD9E-5795-47C7-AB6E-3EE50FCC4A15}" type="pres">
      <dgm:prSet presAssocID="{C73F0BAD-3112-4A08-9237-382A1C219481}" presName="vert1" presStyleCnt="0"/>
      <dgm:spPr/>
    </dgm:pt>
  </dgm:ptLst>
  <dgm:cxnLst>
    <dgm:cxn modelId="{4AAAEC0B-B510-4D39-ABFA-9DDABD64B7D7}" type="presOf" srcId="{53E37FBE-3D14-4E76-835F-B3FDCDCA7F26}" destId="{67E46961-4363-4CC3-9ABB-F4F97A0FBA36}" srcOrd="0" destOrd="0" presId="urn:microsoft.com/office/officeart/2008/layout/LinedList"/>
    <dgm:cxn modelId="{32F0270D-84B3-4245-B611-07C6D7A64766}" srcId="{1496C8C9-3217-46AD-AB6D-FE71660FDDFB}" destId="{C73F0BAD-3112-4A08-9237-382A1C219481}" srcOrd="16" destOrd="0" parTransId="{ED9114C8-BFA5-4B2B-9FCC-BCC9AED449DA}" sibTransId="{0CAF66D4-23ED-492C-ABC1-B90057A8396C}"/>
    <dgm:cxn modelId="{DA05E20E-C53A-4094-BEA6-AEF36B0CE1BC}" type="presOf" srcId="{9EB99B7D-7129-44C1-BB26-C90921115ADD}" destId="{E264EF09-3FEF-41B1-A331-A1C94CBA7457}" srcOrd="0" destOrd="0" presId="urn:microsoft.com/office/officeart/2008/layout/LinedList"/>
    <dgm:cxn modelId="{E520EF20-4AF4-494C-B769-6C1796E4BF2C}" type="presOf" srcId="{69F63146-EEE8-4321-B870-07514CA88153}" destId="{A0B06661-786A-4A0F-BFB9-55A018C88ABB}" srcOrd="0" destOrd="0" presId="urn:microsoft.com/office/officeart/2008/layout/LinedList"/>
    <dgm:cxn modelId="{209FF720-7ED9-4477-B2BC-CB397D5C08AE}" srcId="{1496C8C9-3217-46AD-AB6D-FE71660FDDFB}" destId="{1FF0FA6D-DC87-4E56-A51B-6AB0EF41943B}" srcOrd="9" destOrd="0" parTransId="{BA595E91-E4B3-4101-AA28-C97DE8535436}" sibTransId="{F21A6165-E259-4D19-AD68-40675AF11BF0}"/>
    <dgm:cxn modelId="{D53D0122-6835-4286-AEA7-1296217CA129}" type="presOf" srcId="{57736989-D7C8-4B86-BE67-0D7BBECF8A81}" destId="{1FFD2A04-E8D5-447C-A51C-774249B539F5}" srcOrd="0" destOrd="0" presId="urn:microsoft.com/office/officeart/2008/layout/LinedList"/>
    <dgm:cxn modelId="{D635442B-109C-42B9-8BF3-03527D853403}" srcId="{1496C8C9-3217-46AD-AB6D-FE71660FDDFB}" destId="{618E3E68-DE47-4D29-9971-BDA266E8F142}" srcOrd="15" destOrd="0" parTransId="{51AC1002-9FFE-41A0-BF35-823D723A26D7}" sibTransId="{5BF5CE3D-281A-4B1A-A843-39A476460F6C}"/>
    <dgm:cxn modelId="{099EC02D-5E21-40A6-B0B1-9802E27F2BAF}" type="presOf" srcId="{6DFE6313-7863-4ADE-8AA8-63C2D032F952}" destId="{88C86FC7-D535-4E3D-B562-E2D2CB63A528}" srcOrd="0" destOrd="0" presId="urn:microsoft.com/office/officeart/2008/layout/LinedList"/>
    <dgm:cxn modelId="{E856B749-BA08-4C9C-BEC2-C69DAB8C10AF}" type="presOf" srcId="{055CFDC8-E538-480A-80CC-27671379C5F2}" destId="{CCAAF4B5-4262-4201-9A23-4BE1118F359F}" srcOrd="0" destOrd="0" presId="urn:microsoft.com/office/officeart/2008/layout/LinedList"/>
    <dgm:cxn modelId="{B236416C-B5F8-4520-AABF-C96793CBC4C9}" srcId="{1496C8C9-3217-46AD-AB6D-FE71660FDDFB}" destId="{9EB99B7D-7129-44C1-BB26-C90921115ADD}" srcOrd="7" destOrd="0" parTransId="{F3E312C0-A5BA-4B38-AD5F-BE3FFF6516A4}" sibTransId="{D94B3D15-B4EF-4C60-A4AD-99971FCD1CC1}"/>
    <dgm:cxn modelId="{3BC44254-002C-4A86-A6E5-AB6F8957D8E4}" srcId="{1496C8C9-3217-46AD-AB6D-FE71660FDDFB}" destId="{055CFDC8-E538-480A-80CC-27671379C5F2}" srcOrd="12" destOrd="0" parTransId="{873E8E9C-4142-41C4-BEC3-DF0122ABFB42}" sibTransId="{D85A34ED-24CF-4C7D-B7AB-3F682AC70087}"/>
    <dgm:cxn modelId="{4583A054-A9BC-4927-8CC5-F6C41D0CAD45}" srcId="{1496C8C9-3217-46AD-AB6D-FE71660FDDFB}" destId="{37239693-ED80-4679-9E75-EAC5783C967A}" srcOrd="4" destOrd="0" parTransId="{5F6F3F0D-1D85-41F4-A50A-3C97146C9BD0}" sibTransId="{12D4FB34-642D-425A-8787-29187A69ACB1}"/>
    <dgm:cxn modelId="{4129F474-FB94-4CB2-A5C3-60157AFA87BC}" srcId="{1496C8C9-3217-46AD-AB6D-FE71660FDDFB}" destId="{1C84B064-D3EF-458E-AD8D-C8C9BB59171C}" srcOrd="5" destOrd="0" parTransId="{F9250A9F-AD8D-4A89-8DFA-4DCC029EC196}" sibTransId="{E22E4A8A-E2A8-42C0-BD32-D93974F60330}"/>
    <dgm:cxn modelId="{217B507C-2AA3-47B4-8EE4-42D8FDC94150}" type="presOf" srcId="{A0182B94-3298-479A-B5A7-4FD02B66F42A}" destId="{5495ACB7-FF8A-4602-B668-03027A433C83}" srcOrd="0" destOrd="0" presId="urn:microsoft.com/office/officeart/2008/layout/LinedList"/>
    <dgm:cxn modelId="{410D847D-14C0-4AF9-AE19-403823D7EE97}" type="presOf" srcId="{618E3E68-DE47-4D29-9971-BDA266E8F142}" destId="{F69641CA-20C0-4F07-BAC7-E66766053810}" srcOrd="0" destOrd="0" presId="urn:microsoft.com/office/officeart/2008/layout/LinedList"/>
    <dgm:cxn modelId="{604CAF82-5253-408C-ADD0-606C1ACB14FE}" srcId="{1496C8C9-3217-46AD-AB6D-FE71660FDDFB}" destId="{E5769D09-F2F6-4DF9-A0CE-642CB81A1304}" srcOrd="13" destOrd="0" parTransId="{B0EA7D69-2A44-4719-982E-B4170789DFB4}" sibTransId="{D3FC5A9F-F6B3-4E9F-9C7E-713F04F9BF77}"/>
    <dgm:cxn modelId="{4568FE83-5A4B-473D-A211-3CC10866E5A5}" type="presOf" srcId="{B827F6B7-6F22-49C9-9210-622B15F1C77F}" destId="{00673C0D-9759-4052-8E89-CA059BCE2474}" srcOrd="0" destOrd="0" presId="urn:microsoft.com/office/officeart/2008/layout/LinedList"/>
    <dgm:cxn modelId="{52414584-5A98-4238-82FF-F1659220F1E9}" srcId="{1496C8C9-3217-46AD-AB6D-FE71660FDDFB}" destId="{2F4F71DE-D55E-4EAE-A535-1EEA2CC57678}" srcOrd="3" destOrd="0" parTransId="{10552AC4-CEAF-48DF-8105-3410F9DC12FC}" sibTransId="{C9CB6BCC-2E31-46C0-B9CA-5BEA576A527B}"/>
    <dgm:cxn modelId="{E4EEDF8C-CF82-48FB-B479-01B18189B43D}" srcId="{1496C8C9-3217-46AD-AB6D-FE71660FDDFB}" destId="{A0182B94-3298-479A-B5A7-4FD02B66F42A}" srcOrd="14" destOrd="0" parTransId="{8DD5F2FD-7EE3-46EC-A636-D9EB32CAC29F}" sibTransId="{BB3EFE43-4AF4-4274-96D7-FBFF4D987E48}"/>
    <dgm:cxn modelId="{7D71B292-78BA-4635-8762-5649BF4A9597}" srcId="{1496C8C9-3217-46AD-AB6D-FE71660FDDFB}" destId="{7E04B9AA-F2E3-4674-9B47-226B6FE7DF41}" srcOrd="2" destOrd="0" parTransId="{D1785A76-DC69-4E8C-B24D-562C57A7B75F}" sibTransId="{D9236EB2-1D2F-489B-9A64-84A987481582}"/>
    <dgm:cxn modelId="{51B113A8-745D-47FB-869D-430D740F01B4}" srcId="{1496C8C9-3217-46AD-AB6D-FE71660FDDFB}" destId="{EC357ACC-8418-461D-9C0D-122D7257351A}" srcOrd="1" destOrd="0" parTransId="{4E668C6D-BCC6-4051-81F3-5ACECFBDBFD6}" sibTransId="{FBC7DF52-5774-4137-9172-B96EEFE96C62}"/>
    <dgm:cxn modelId="{EE6BD5A9-6D2A-4E19-8DB3-04FE7CC50B1D}" type="presOf" srcId="{1C84B064-D3EF-458E-AD8D-C8C9BB59171C}" destId="{6DB12386-883F-4215-90EB-D17DA010202E}" srcOrd="0" destOrd="0" presId="urn:microsoft.com/office/officeart/2008/layout/LinedList"/>
    <dgm:cxn modelId="{63F23DB4-FBEE-4361-B065-6E709DFF726D}" srcId="{1496C8C9-3217-46AD-AB6D-FE71660FDDFB}" destId="{B827F6B7-6F22-49C9-9210-622B15F1C77F}" srcOrd="6" destOrd="0" parTransId="{7A029EFE-5ED2-4A63-8F57-73114B5D19F7}" sibTransId="{81F8AC58-9A0F-4082-93FE-98944AB66322}"/>
    <dgm:cxn modelId="{7A8623BA-C318-4665-AD51-B7F86B911CC9}" type="presOf" srcId="{C73F0BAD-3112-4A08-9237-382A1C219481}" destId="{4E804823-8206-41D8-97B0-183DD5225681}" srcOrd="0" destOrd="0" presId="urn:microsoft.com/office/officeart/2008/layout/LinedList"/>
    <dgm:cxn modelId="{A39F0BBD-8C86-435F-85BE-79CD5F7F36D4}" type="presOf" srcId="{37239693-ED80-4679-9E75-EAC5783C967A}" destId="{2435BD14-6DC8-42F8-99AE-8ACDCDFF5DAE}" srcOrd="0" destOrd="0" presId="urn:microsoft.com/office/officeart/2008/layout/LinedList"/>
    <dgm:cxn modelId="{D2BC08C8-2278-48D2-BD81-A5D18EC70421}" type="presOf" srcId="{2F4F71DE-D55E-4EAE-A535-1EEA2CC57678}" destId="{90D198CB-BE22-4EE4-88E4-128BEDC37B3B}" srcOrd="0" destOrd="0" presId="urn:microsoft.com/office/officeart/2008/layout/LinedList"/>
    <dgm:cxn modelId="{B13AD2CC-E19A-4F8F-9D4D-C56829F16104}" type="presOf" srcId="{EC357ACC-8418-461D-9C0D-122D7257351A}" destId="{240E0E49-48A9-4CDE-BD57-5B0137A94878}" srcOrd="0" destOrd="0" presId="urn:microsoft.com/office/officeart/2008/layout/LinedList"/>
    <dgm:cxn modelId="{58E431D1-6C79-4F8A-BD4E-1010276C0BB8}" type="presOf" srcId="{E5769D09-F2F6-4DF9-A0CE-642CB81A1304}" destId="{B8224658-6B63-4097-A3CD-8A750FA01B17}" srcOrd="0" destOrd="0" presId="urn:microsoft.com/office/officeart/2008/layout/LinedList"/>
    <dgm:cxn modelId="{111CEED7-D154-48B3-89D8-B5A8F6C235E3}" srcId="{1496C8C9-3217-46AD-AB6D-FE71660FDDFB}" destId="{53E37FBE-3D14-4E76-835F-B3FDCDCA7F26}" srcOrd="0" destOrd="0" parTransId="{F98959B5-9744-4430-A1C1-F75DB13DEEB5}" sibTransId="{F55E3B09-E9C4-4067-A45F-C1C0D497BACF}"/>
    <dgm:cxn modelId="{613166D9-52E1-4789-A732-9FBE81DE4C6C}" srcId="{1496C8C9-3217-46AD-AB6D-FE71660FDDFB}" destId="{57736989-D7C8-4B86-BE67-0D7BBECF8A81}" srcOrd="10" destOrd="0" parTransId="{0A301B1E-1540-4F76-B6DB-262B687AF38C}" sibTransId="{4BBDC7B9-E3C7-4266-91E1-ABFD24C071D5}"/>
    <dgm:cxn modelId="{EC1580D9-391A-4DF7-AE3B-6CAF4C7BEF1F}" type="presOf" srcId="{7E04B9AA-F2E3-4674-9B47-226B6FE7DF41}" destId="{FD47AFEF-7561-4DD1-B220-3BAB732D8324}" srcOrd="0" destOrd="0" presId="urn:microsoft.com/office/officeart/2008/layout/LinedList"/>
    <dgm:cxn modelId="{5891F5D9-AF8D-4DB3-B7AE-236C2ACBF777}" srcId="{1496C8C9-3217-46AD-AB6D-FE71660FDDFB}" destId="{6DFE6313-7863-4ADE-8AA8-63C2D032F952}" srcOrd="11" destOrd="0" parTransId="{2A215A4D-26B9-4CB5-9D52-6E416FD4F565}" sibTransId="{CABCF94B-1349-472B-9709-44AAFBD48153}"/>
    <dgm:cxn modelId="{A413E6DE-2889-495F-9F6D-43B7B8993BD8}" type="presOf" srcId="{1FF0FA6D-DC87-4E56-A51B-6AB0EF41943B}" destId="{BEFBC9FF-1638-45FA-9D5A-CE741A506B1D}" srcOrd="0" destOrd="0" presId="urn:microsoft.com/office/officeart/2008/layout/LinedList"/>
    <dgm:cxn modelId="{781F52E6-6795-4660-8F0F-C7E27955914F}" srcId="{1496C8C9-3217-46AD-AB6D-FE71660FDDFB}" destId="{69F63146-EEE8-4321-B870-07514CA88153}" srcOrd="8" destOrd="0" parTransId="{38D0F85F-289E-49E7-99E6-201CBE908867}" sibTransId="{354F08DC-0F44-4999-90B5-5C1C35AA51B1}"/>
    <dgm:cxn modelId="{1D66E9FE-D418-472A-8382-423918161FC3}" type="presOf" srcId="{1496C8C9-3217-46AD-AB6D-FE71660FDDFB}" destId="{57EDC09A-71C5-41EB-AB3D-B2B94104D904}" srcOrd="0" destOrd="0" presId="urn:microsoft.com/office/officeart/2008/layout/LinedList"/>
    <dgm:cxn modelId="{ED7FB5D3-380E-4B26-8235-2AB673247BD3}" type="presParOf" srcId="{57EDC09A-71C5-41EB-AB3D-B2B94104D904}" destId="{424144CF-DC4C-4E7B-9AB3-416A9949BE84}" srcOrd="0" destOrd="0" presId="urn:microsoft.com/office/officeart/2008/layout/LinedList"/>
    <dgm:cxn modelId="{607E5480-A19D-4816-91CA-4E6710FAC75C}" type="presParOf" srcId="{57EDC09A-71C5-41EB-AB3D-B2B94104D904}" destId="{2957312C-D9F1-4CE8-BBB9-7CF8169A9902}" srcOrd="1" destOrd="0" presId="urn:microsoft.com/office/officeart/2008/layout/LinedList"/>
    <dgm:cxn modelId="{9DAC6F90-8A44-473D-AC25-9C80069A2E4A}" type="presParOf" srcId="{2957312C-D9F1-4CE8-BBB9-7CF8169A9902}" destId="{67E46961-4363-4CC3-9ABB-F4F97A0FBA36}" srcOrd="0" destOrd="0" presId="urn:microsoft.com/office/officeart/2008/layout/LinedList"/>
    <dgm:cxn modelId="{D1362E80-C787-4655-B21D-48C9D20D10A8}" type="presParOf" srcId="{2957312C-D9F1-4CE8-BBB9-7CF8169A9902}" destId="{B75D6CB8-A234-4763-BFD1-5EDC66C887B1}" srcOrd="1" destOrd="0" presId="urn:microsoft.com/office/officeart/2008/layout/LinedList"/>
    <dgm:cxn modelId="{F66883AC-06D2-43DD-9643-210387EA50B5}" type="presParOf" srcId="{57EDC09A-71C5-41EB-AB3D-B2B94104D904}" destId="{9409A654-A8AC-4183-85BD-57FAD4A17D54}" srcOrd="2" destOrd="0" presId="urn:microsoft.com/office/officeart/2008/layout/LinedList"/>
    <dgm:cxn modelId="{05C61F1E-2FFE-47FC-A8C5-CF85A8F5AA6B}" type="presParOf" srcId="{57EDC09A-71C5-41EB-AB3D-B2B94104D904}" destId="{73FB67FA-935E-4D1C-83B6-F1211F6AD173}" srcOrd="3" destOrd="0" presId="urn:microsoft.com/office/officeart/2008/layout/LinedList"/>
    <dgm:cxn modelId="{3A114647-98FD-4562-BDD3-900FD79BF1F9}" type="presParOf" srcId="{73FB67FA-935E-4D1C-83B6-F1211F6AD173}" destId="{240E0E49-48A9-4CDE-BD57-5B0137A94878}" srcOrd="0" destOrd="0" presId="urn:microsoft.com/office/officeart/2008/layout/LinedList"/>
    <dgm:cxn modelId="{D1AB5616-5148-4DB0-88B9-4665514F449B}" type="presParOf" srcId="{73FB67FA-935E-4D1C-83B6-F1211F6AD173}" destId="{CAEAE24C-38B0-4192-89C0-0B1EAC3092E9}" srcOrd="1" destOrd="0" presId="urn:microsoft.com/office/officeart/2008/layout/LinedList"/>
    <dgm:cxn modelId="{89438C60-07EB-48F4-B9B5-4CFA699975A7}" type="presParOf" srcId="{57EDC09A-71C5-41EB-AB3D-B2B94104D904}" destId="{65F1BCC5-4D4E-4B28-A08C-B99DC6CF774A}" srcOrd="4" destOrd="0" presId="urn:microsoft.com/office/officeart/2008/layout/LinedList"/>
    <dgm:cxn modelId="{7FC56CEB-703C-47F4-B3BF-E0DAE3190278}" type="presParOf" srcId="{57EDC09A-71C5-41EB-AB3D-B2B94104D904}" destId="{682E2E6A-FF21-43A3-AAD2-FEC972E21596}" srcOrd="5" destOrd="0" presId="urn:microsoft.com/office/officeart/2008/layout/LinedList"/>
    <dgm:cxn modelId="{11D93EB0-C4C4-47F3-97D2-3AF21AC09656}" type="presParOf" srcId="{682E2E6A-FF21-43A3-AAD2-FEC972E21596}" destId="{FD47AFEF-7561-4DD1-B220-3BAB732D8324}" srcOrd="0" destOrd="0" presId="urn:microsoft.com/office/officeart/2008/layout/LinedList"/>
    <dgm:cxn modelId="{B67E17EA-1D21-4946-B6D4-C321E132062E}" type="presParOf" srcId="{682E2E6A-FF21-43A3-AAD2-FEC972E21596}" destId="{78ECF0E2-5A80-4B84-AC5B-60D5FDE52B1A}" srcOrd="1" destOrd="0" presId="urn:microsoft.com/office/officeart/2008/layout/LinedList"/>
    <dgm:cxn modelId="{CDC890CA-AC55-427C-8260-B09B24A0294D}" type="presParOf" srcId="{57EDC09A-71C5-41EB-AB3D-B2B94104D904}" destId="{B02512A8-0EBE-4C1A-8644-168CBC59B293}" srcOrd="6" destOrd="0" presId="urn:microsoft.com/office/officeart/2008/layout/LinedList"/>
    <dgm:cxn modelId="{4C967B20-CEC6-4C92-99D6-FF483DAE2073}" type="presParOf" srcId="{57EDC09A-71C5-41EB-AB3D-B2B94104D904}" destId="{58515B07-394A-49E0-B8F4-4B338E4F8323}" srcOrd="7" destOrd="0" presId="urn:microsoft.com/office/officeart/2008/layout/LinedList"/>
    <dgm:cxn modelId="{5F27AA82-AE3E-46F8-A465-F836E54D00EE}" type="presParOf" srcId="{58515B07-394A-49E0-B8F4-4B338E4F8323}" destId="{90D198CB-BE22-4EE4-88E4-128BEDC37B3B}" srcOrd="0" destOrd="0" presId="urn:microsoft.com/office/officeart/2008/layout/LinedList"/>
    <dgm:cxn modelId="{C99CC5EB-54C8-481F-88E3-803A80D40FB8}" type="presParOf" srcId="{58515B07-394A-49E0-B8F4-4B338E4F8323}" destId="{5560731E-359C-49F9-9018-EA1F3F5F3474}" srcOrd="1" destOrd="0" presId="urn:microsoft.com/office/officeart/2008/layout/LinedList"/>
    <dgm:cxn modelId="{26B84EB4-B5CB-42C9-8CF5-6EAFCD6ECDB2}" type="presParOf" srcId="{57EDC09A-71C5-41EB-AB3D-B2B94104D904}" destId="{582B22A0-402C-4FFC-A21C-12609FC5F01A}" srcOrd="8" destOrd="0" presId="urn:microsoft.com/office/officeart/2008/layout/LinedList"/>
    <dgm:cxn modelId="{40E39868-B2E1-471F-BF67-F2BD13FCB00D}" type="presParOf" srcId="{57EDC09A-71C5-41EB-AB3D-B2B94104D904}" destId="{F88B1F5E-BC1D-455E-B7AA-AD2B856ACA2B}" srcOrd="9" destOrd="0" presId="urn:microsoft.com/office/officeart/2008/layout/LinedList"/>
    <dgm:cxn modelId="{41E6552E-9815-402F-86CB-DE7A56B17076}" type="presParOf" srcId="{F88B1F5E-BC1D-455E-B7AA-AD2B856ACA2B}" destId="{2435BD14-6DC8-42F8-99AE-8ACDCDFF5DAE}" srcOrd="0" destOrd="0" presId="urn:microsoft.com/office/officeart/2008/layout/LinedList"/>
    <dgm:cxn modelId="{4FC6782A-8A91-41D2-8C6D-945CA6C60DED}" type="presParOf" srcId="{F88B1F5E-BC1D-455E-B7AA-AD2B856ACA2B}" destId="{D281DE49-38A0-4BF2-B629-3C261CBA9256}" srcOrd="1" destOrd="0" presId="urn:microsoft.com/office/officeart/2008/layout/LinedList"/>
    <dgm:cxn modelId="{90BC75E9-A961-4E8C-BE64-023299B4A1C8}" type="presParOf" srcId="{57EDC09A-71C5-41EB-AB3D-B2B94104D904}" destId="{036638D2-BA2C-4121-9815-B16BA6709697}" srcOrd="10" destOrd="0" presId="urn:microsoft.com/office/officeart/2008/layout/LinedList"/>
    <dgm:cxn modelId="{7090185A-CF72-48AA-B132-605A49C3C790}" type="presParOf" srcId="{57EDC09A-71C5-41EB-AB3D-B2B94104D904}" destId="{1AAF3663-7EF6-4359-86B4-E396C0D1AD04}" srcOrd="11" destOrd="0" presId="urn:microsoft.com/office/officeart/2008/layout/LinedList"/>
    <dgm:cxn modelId="{8DD34455-B331-4F26-BE80-E219F8A9F116}" type="presParOf" srcId="{1AAF3663-7EF6-4359-86B4-E396C0D1AD04}" destId="{6DB12386-883F-4215-90EB-D17DA010202E}" srcOrd="0" destOrd="0" presId="urn:microsoft.com/office/officeart/2008/layout/LinedList"/>
    <dgm:cxn modelId="{66C5D2BA-5213-4BE5-ACB3-FCB71D4DC322}" type="presParOf" srcId="{1AAF3663-7EF6-4359-86B4-E396C0D1AD04}" destId="{666D683D-8129-4B9C-83BC-3870AE8DF77C}" srcOrd="1" destOrd="0" presId="urn:microsoft.com/office/officeart/2008/layout/LinedList"/>
    <dgm:cxn modelId="{30F4288A-5C7D-4936-B745-5A2A2291559C}" type="presParOf" srcId="{57EDC09A-71C5-41EB-AB3D-B2B94104D904}" destId="{C2416AA7-7414-49DC-A7BC-EFF64DDD16E3}" srcOrd="12" destOrd="0" presId="urn:microsoft.com/office/officeart/2008/layout/LinedList"/>
    <dgm:cxn modelId="{CFCF6C2D-27CF-4055-BB1F-9CF59C4C63CA}" type="presParOf" srcId="{57EDC09A-71C5-41EB-AB3D-B2B94104D904}" destId="{3CAF7737-C0DE-4E2A-A52E-ACD64FB54EFE}" srcOrd="13" destOrd="0" presId="urn:microsoft.com/office/officeart/2008/layout/LinedList"/>
    <dgm:cxn modelId="{B233E420-3A37-4077-8615-3096EBB80D29}" type="presParOf" srcId="{3CAF7737-C0DE-4E2A-A52E-ACD64FB54EFE}" destId="{00673C0D-9759-4052-8E89-CA059BCE2474}" srcOrd="0" destOrd="0" presId="urn:microsoft.com/office/officeart/2008/layout/LinedList"/>
    <dgm:cxn modelId="{5551DEB0-251C-4F1D-9415-F85BC9F63B86}" type="presParOf" srcId="{3CAF7737-C0DE-4E2A-A52E-ACD64FB54EFE}" destId="{0FD93E64-DF60-4B1B-94D8-86F89978C36A}" srcOrd="1" destOrd="0" presId="urn:microsoft.com/office/officeart/2008/layout/LinedList"/>
    <dgm:cxn modelId="{5156C1D6-C4A8-4A28-A479-E49BDB5560F0}" type="presParOf" srcId="{57EDC09A-71C5-41EB-AB3D-B2B94104D904}" destId="{6987FD34-37A3-4C18-AF10-2288E0065519}" srcOrd="14" destOrd="0" presId="urn:microsoft.com/office/officeart/2008/layout/LinedList"/>
    <dgm:cxn modelId="{ABB7B91F-A8F4-4976-BC5B-97AF3995E608}" type="presParOf" srcId="{57EDC09A-71C5-41EB-AB3D-B2B94104D904}" destId="{05DE703B-5E60-4E2C-AAAD-7D6F657E1804}" srcOrd="15" destOrd="0" presId="urn:microsoft.com/office/officeart/2008/layout/LinedList"/>
    <dgm:cxn modelId="{BE624EB7-3F71-49A3-8F7A-DC3B1885486B}" type="presParOf" srcId="{05DE703B-5E60-4E2C-AAAD-7D6F657E1804}" destId="{E264EF09-3FEF-41B1-A331-A1C94CBA7457}" srcOrd="0" destOrd="0" presId="urn:microsoft.com/office/officeart/2008/layout/LinedList"/>
    <dgm:cxn modelId="{4851AD52-3BEA-4BAF-9C61-E4D946954C54}" type="presParOf" srcId="{05DE703B-5E60-4E2C-AAAD-7D6F657E1804}" destId="{DFBD95F0-0C48-42B1-A7A7-13AFCFF15B46}" srcOrd="1" destOrd="0" presId="urn:microsoft.com/office/officeart/2008/layout/LinedList"/>
    <dgm:cxn modelId="{F90CD2FA-DAA6-47CA-AEC6-6B62ECB18B76}" type="presParOf" srcId="{57EDC09A-71C5-41EB-AB3D-B2B94104D904}" destId="{E93E52A1-6547-4486-9EA1-F3FD1A45BAE7}" srcOrd="16" destOrd="0" presId="urn:microsoft.com/office/officeart/2008/layout/LinedList"/>
    <dgm:cxn modelId="{41AB94E0-FDB4-4C6E-9344-2A62374E9394}" type="presParOf" srcId="{57EDC09A-71C5-41EB-AB3D-B2B94104D904}" destId="{FB17447D-9150-4065-81CA-C38E2A28A379}" srcOrd="17" destOrd="0" presId="urn:microsoft.com/office/officeart/2008/layout/LinedList"/>
    <dgm:cxn modelId="{B4EB40CF-104D-4ABC-A016-C5731F6D3D52}" type="presParOf" srcId="{FB17447D-9150-4065-81CA-C38E2A28A379}" destId="{A0B06661-786A-4A0F-BFB9-55A018C88ABB}" srcOrd="0" destOrd="0" presId="urn:microsoft.com/office/officeart/2008/layout/LinedList"/>
    <dgm:cxn modelId="{1156E966-90C0-464D-ACD4-EFB42803E66E}" type="presParOf" srcId="{FB17447D-9150-4065-81CA-C38E2A28A379}" destId="{E6E45BBC-598A-4C35-AF05-FDCCE8191DDE}" srcOrd="1" destOrd="0" presId="urn:microsoft.com/office/officeart/2008/layout/LinedList"/>
    <dgm:cxn modelId="{3264692D-CFB9-4E79-9BFF-13EE6BC9CB55}" type="presParOf" srcId="{57EDC09A-71C5-41EB-AB3D-B2B94104D904}" destId="{7D31FD6A-31F3-4AB3-A069-D5F40DCA3C69}" srcOrd="18" destOrd="0" presId="urn:microsoft.com/office/officeart/2008/layout/LinedList"/>
    <dgm:cxn modelId="{87B5A73C-599F-48DD-B990-C1F4518C4D86}" type="presParOf" srcId="{57EDC09A-71C5-41EB-AB3D-B2B94104D904}" destId="{161731B7-7C1B-42A1-A4C3-BDD9E1F43608}" srcOrd="19" destOrd="0" presId="urn:microsoft.com/office/officeart/2008/layout/LinedList"/>
    <dgm:cxn modelId="{C0CCEE17-38BE-4F46-822D-5B92DCF9A6F4}" type="presParOf" srcId="{161731B7-7C1B-42A1-A4C3-BDD9E1F43608}" destId="{BEFBC9FF-1638-45FA-9D5A-CE741A506B1D}" srcOrd="0" destOrd="0" presId="urn:microsoft.com/office/officeart/2008/layout/LinedList"/>
    <dgm:cxn modelId="{E9928E12-D410-4BC2-A92F-D825FAD08CB3}" type="presParOf" srcId="{161731B7-7C1B-42A1-A4C3-BDD9E1F43608}" destId="{07071D81-41D9-43DE-BE32-98126C82CFC5}" srcOrd="1" destOrd="0" presId="urn:microsoft.com/office/officeart/2008/layout/LinedList"/>
    <dgm:cxn modelId="{081A63AA-9F00-47B8-B621-E90ACF6F4375}" type="presParOf" srcId="{57EDC09A-71C5-41EB-AB3D-B2B94104D904}" destId="{56AED54D-5276-4E50-9C80-FEFAE6FFAB4A}" srcOrd="20" destOrd="0" presId="urn:microsoft.com/office/officeart/2008/layout/LinedList"/>
    <dgm:cxn modelId="{E07B4430-4892-4F61-937F-7EE06EF12E99}" type="presParOf" srcId="{57EDC09A-71C5-41EB-AB3D-B2B94104D904}" destId="{0CC4D43D-CDA8-49CF-AF43-5B00CC1F39AC}" srcOrd="21" destOrd="0" presId="urn:microsoft.com/office/officeart/2008/layout/LinedList"/>
    <dgm:cxn modelId="{085EDE00-F7A6-4C28-AFD0-59D18C530D76}" type="presParOf" srcId="{0CC4D43D-CDA8-49CF-AF43-5B00CC1F39AC}" destId="{1FFD2A04-E8D5-447C-A51C-774249B539F5}" srcOrd="0" destOrd="0" presId="urn:microsoft.com/office/officeart/2008/layout/LinedList"/>
    <dgm:cxn modelId="{1B488645-752A-4000-880B-963C3B6053C1}" type="presParOf" srcId="{0CC4D43D-CDA8-49CF-AF43-5B00CC1F39AC}" destId="{9CA95669-50B1-41A0-8BD9-C1E4EBC243DD}" srcOrd="1" destOrd="0" presId="urn:microsoft.com/office/officeart/2008/layout/LinedList"/>
    <dgm:cxn modelId="{C6B9C840-3E68-4358-BB3E-7653735C4B19}" type="presParOf" srcId="{57EDC09A-71C5-41EB-AB3D-B2B94104D904}" destId="{8920EEF7-8E9B-48A5-8A94-588A0A10A91E}" srcOrd="22" destOrd="0" presId="urn:microsoft.com/office/officeart/2008/layout/LinedList"/>
    <dgm:cxn modelId="{AFE35A9A-E742-4031-8002-DE8C7AB2F449}" type="presParOf" srcId="{57EDC09A-71C5-41EB-AB3D-B2B94104D904}" destId="{DDFDBE05-62DE-405D-B407-2D0949EF9BCD}" srcOrd="23" destOrd="0" presId="urn:microsoft.com/office/officeart/2008/layout/LinedList"/>
    <dgm:cxn modelId="{47D67F5E-708D-4D0B-9BEE-CA891876987F}" type="presParOf" srcId="{DDFDBE05-62DE-405D-B407-2D0949EF9BCD}" destId="{88C86FC7-D535-4E3D-B562-E2D2CB63A528}" srcOrd="0" destOrd="0" presId="urn:microsoft.com/office/officeart/2008/layout/LinedList"/>
    <dgm:cxn modelId="{A7EB910F-F032-456C-9DD3-EC56D03AA3C3}" type="presParOf" srcId="{DDFDBE05-62DE-405D-B407-2D0949EF9BCD}" destId="{EB981E69-ADCA-4AE3-BA72-4DA7BB50A316}" srcOrd="1" destOrd="0" presId="urn:microsoft.com/office/officeart/2008/layout/LinedList"/>
    <dgm:cxn modelId="{9F505731-1226-4671-A7EA-328C14B11ED6}" type="presParOf" srcId="{57EDC09A-71C5-41EB-AB3D-B2B94104D904}" destId="{7C4D49CC-64B0-4982-A384-2402CAD144C2}" srcOrd="24" destOrd="0" presId="urn:microsoft.com/office/officeart/2008/layout/LinedList"/>
    <dgm:cxn modelId="{FA14495C-4CD5-405C-A277-6683F64E6BC6}" type="presParOf" srcId="{57EDC09A-71C5-41EB-AB3D-B2B94104D904}" destId="{B66CDF3F-0868-4F7D-9A36-210BD668B806}" srcOrd="25" destOrd="0" presId="urn:microsoft.com/office/officeart/2008/layout/LinedList"/>
    <dgm:cxn modelId="{13431A6A-2BF6-411F-9AB8-15216451CBF6}" type="presParOf" srcId="{B66CDF3F-0868-4F7D-9A36-210BD668B806}" destId="{CCAAF4B5-4262-4201-9A23-4BE1118F359F}" srcOrd="0" destOrd="0" presId="urn:microsoft.com/office/officeart/2008/layout/LinedList"/>
    <dgm:cxn modelId="{B5F49462-5C01-4E6C-A869-A7A5AB8E885E}" type="presParOf" srcId="{B66CDF3F-0868-4F7D-9A36-210BD668B806}" destId="{BC01F3ED-4411-4FE2-AFE4-4C0DA216EEA5}" srcOrd="1" destOrd="0" presId="urn:microsoft.com/office/officeart/2008/layout/LinedList"/>
    <dgm:cxn modelId="{7E2ABE3C-6E69-4E70-9D44-220874F33103}" type="presParOf" srcId="{57EDC09A-71C5-41EB-AB3D-B2B94104D904}" destId="{E67CB158-BE26-4AD9-B666-A39771A33066}" srcOrd="26" destOrd="0" presId="urn:microsoft.com/office/officeart/2008/layout/LinedList"/>
    <dgm:cxn modelId="{9A44F677-28CF-447A-9FB0-DA8A443104B9}" type="presParOf" srcId="{57EDC09A-71C5-41EB-AB3D-B2B94104D904}" destId="{E1CA65B4-D7AC-4361-9BBA-16EA81AC2476}" srcOrd="27" destOrd="0" presId="urn:microsoft.com/office/officeart/2008/layout/LinedList"/>
    <dgm:cxn modelId="{CA4F68E4-370B-4495-A5C9-4B0ADB3570A2}" type="presParOf" srcId="{E1CA65B4-D7AC-4361-9BBA-16EA81AC2476}" destId="{B8224658-6B63-4097-A3CD-8A750FA01B17}" srcOrd="0" destOrd="0" presId="urn:microsoft.com/office/officeart/2008/layout/LinedList"/>
    <dgm:cxn modelId="{018D434B-2C86-4B19-959D-881F9FAF3D17}" type="presParOf" srcId="{E1CA65B4-D7AC-4361-9BBA-16EA81AC2476}" destId="{4C8A9DFD-6BD7-4058-9DAF-217BC8EE3D5A}" srcOrd="1" destOrd="0" presId="urn:microsoft.com/office/officeart/2008/layout/LinedList"/>
    <dgm:cxn modelId="{D0454746-76F9-4DF5-BD3E-31139655FCF3}" type="presParOf" srcId="{57EDC09A-71C5-41EB-AB3D-B2B94104D904}" destId="{59BF21CE-BCA6-4367-8BD7-25442C18A7E4}" srcOrd="28" destOrd="0" presId="urn:microsoft.com/office/officeart/2008/layout/LinedList"/>
    <dgm:cxn modelId="{D1822128-6698-4FCE-AF24-106387333CC7}" type="presParOf" srcId="{57EDC09A-71C5-41EB-AB3D-B2B94104D904}" destId="{46E0BD85-8C77-4A3E-A122-90201E96F1FD}" srcOrd="29" destOrd="0" presId="urn:microsoft.com/office/officeart/2008/layout/LinedList"/>
    <dgm:cxn modelId="{B859C2E7-75E1-4B64-A52D-39F683CE6BA0}" type="presParOf" srcId="{46E0BD85-8C77-4A3E-A122-90201E96F1FD}" destId="{5495ACB7-FF8A-4602-B668-03027A433C83}" srcOrd="0" destOrd="0" presId="urn:microsoft.com/office/officeart/2008/layout/LinedList"/>
    <dgm:cxn modelId="{570D28EA-FBEC-4DF9-93C2-41A8F2EA4BEC}" type="presParOf" srcId="{46E0BD85-8C77-4A3E-A122-90201E96F1FD}" destId="{3E1553C2-62BE-40C9-A581-F92F382282E7}" srcOrd="1" destOrd="0" presId="urn:microsoft.com/office/officeart/2008/layout/LinedList"/>
    <dgm:cxn modelId="{65038C81-F1E9-4829-8303-A55191C512CB}" type="presParOf" srcId="{57EDC09A-71C5-41EB-AB3D-B2B94104D904}" destId="{5CCE363E-CD9F-4701-9DE5-7B47076D7EA4}" srcOrd="30" destOrd="0" presId="urn:microsoft.com/office/officeart/2008/layout/LinedList"/>
    <dgm:cxn modelId="{70F126AA-D284-47B3-94FF-0E2956E2C616}" type="presParOf" srcId="{57EDC09A-71C5-41EB-AB3D-B2B94104D904}" destId="{77DCC398-5CB1-42F1-BF8F-21CBB4590DF7}" srcOrd="31" destOrd="0" presId="urn:microsoft.com/office/officeart/2008/layout/LinedList"/>
    <dgm:cxn modelId="{B9BE82F7-42D1-4308-9668-6A242A44D4CD}" type="presParOf" srcId="{77DCC398-5CB1-42F1-BF8F-21CBB4590DF7}" destId="{F69641CA-20C0-4F07-BAC7-E66766053810}" srcOrd="0" destOrd="0" presId="urn:microsoft.com/office/officeart/2008/layout/LinedList"/>
    <dgm:cxn modelId="{ED4A71F7-2435-4D10-B10C-B8D7B9E664F1}" type="presParOf" srcId="{77DCC398-5CB1-42F1-BF8F-21CBB4590DF7}" destId="{DFE48A60-EA1C-48DF-BA06-EC2B11DA7F07}" srcOrd="1" destOrd="0" presId="urn:microsoft.com/office/officeart/2008/layout/LinedList"/>
    <dgm:cxn modelId="{4C681999-B14A-41C8-B2F3-BE5BC2E54D97}" type="presParOf" srcId="{57EDC09A-71C5-41EB-AB3D-B2B94104D904}" destId="{A2AAF58B-F102-4F34-92ED-74D596812206}" srcOrd="32" destOrd="0" presId="urn:microsoft.com/office/officeart/2008/layout/LinedList"/>
    <dgm:cxn modelId="{94D2FF20-82FA-4524-A7F6-680B70054B7B}" type="presParOf" srcId="{57EDC09A-71C5-41EB-AB3D-B2B94104D904}" destId="{98F265BF-CD63-4977-9750-B616448CE530}" srcOrd="33" destOrd="0" presId="urn:microsoft.com/office/officeart/2008/layout/LinedList"/>
    <dgm:cxn modelId="{C246B091-4402-4FC6-9828-524D0A9303CB}" type="presParOf" srcId="{98F265BF-CD63-4977-9750-B616448CE530}" destId="{4E804823-8206-41D8-97B0-183DD5225681}" srcOrd="0" destOrd="0" presId="urn:microsoft.com/office/officeart/2008/layout/LinedList"/>
    <dgm:cxn modelId="{6B327F1B-6372-44D0-8A0B-A8FFCF1706AF}" type="presParOf" srcId="{98F265BF-CD63-4977-9750-B616448CE530}" destId="{1CD6FD9E-5795-47C7-AB6E-3EE50FCC4A1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9A8D1E-FE4C-4A03-A7C7-7A307CD28A03}" type="doc">
      <dgm:prSet loTypeId="urn:microsoft.com/office/officeart/2005/8/layout/cycle2" loCatId="cycle" qsTypeId="urn:microsoft.com/office/officeart/2005/8/quickstyle/simple2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BB4EFE81-A3B0-4540-A196-9FDA5362B6AE}">
      <dgm:prSet/>
      <dgm:spPr/>
      <dgm:t>
        <a:bodyPr/>
        <a:lstStyle/>
        <a:p>
          <a:r>
            <a:rPr lang="en-US" b="0" i="0" baseline="0"/>
            <a:t>Volum mare mesaje office</a:t>
          </a:r>
          <a:endParaRPr lang="en-US"/>
        </a:p>
      </dgm:t>
    </dgm:pt>
    <dgm:pt modelId="{CB6CA1D3-B8D2-4A4D-AB02-75B345AB1765}" type="parTrans" cxnId="{62E2CE87-B9C1-4378-BDE1-3E5F96206A75}">
      <dgm:prSet/>
      <dgm:spPr/>
      <dgm:t>
        <a:bodyPr/>
        <a:lstStyle/>
        <a:p>
          <a:endParaRPr lang="en-US"/>
        </a:p>
      </dgm:t>
    </dgm:pt>
    <dgm:pt modelId="{8590BC03-90EC-4897-A544-7F80E2879963}" type="sibTrans" cxnId="{62E2CE87-B9C1-4378-BDE1-3E5F96206A75}">
      <dgm:prSet/>
      <dgm:spPr/>
      <dgm:t>
        <a:bodyPr/>
        <a:lstStyle/>
        <a:p>
          <a:endParaRPr lang="en-US"/>
        </a:p>
      </dgm:t>
    </dgm:pt>
    <dgm:pt modelId="{4C7877AD-9999-4081-B7C0-40424EA22FA8}">
      <dgm:prSet/>
      <dgm:spPr/>
      <dgm:t>
        <a:bodyPr/>
        <a:lstStyle/>
        <a:p>
          <a:r>
            <a:rPr lang="en-US" b="0" i="0" baseline="0"/>
            <a:t>Informații importante greu de extras</a:t>
          </a:r>
          <a:endParaRPr lang="en-US"/>
        </a:p>
      </dgm:t>
    </dgm:pt>
    <dgm:pt modelId="{0183325A-9049-44E4-881D-7563FFE5FC99}" type="parTrans" cxnId="{D65F57DE-518C-4197-9869-24246397EF65}">
      <dgm:prSet/>
      <dgm:spPr/>
      <dgm:t>
        <a:bodyPr/>
        <a:lstStyle/>
        <a:p>
          <a:endParaRPr lang="en-US"/>
        </a:p>
      </dgm:t>
    </dgm:pt>
    <dgm:pt modelId="{A77EB0E5-469B-4873-8A4E-8214DA41BAEC}" type="sibTrans" cxnId="{D65F57DE-518C-4197-9869-24246397EF65}">
      <dgm:prSet/>
      <dgm:spPr/>
      <dgm:t>
        <a:bodyPr/>
        <a:lstStyle/>
        <a:p>
          <a:endParaRPr lang="en-US"/>
        </a:p>
      </dgm:t>
    </dgm:pt>
    <dgm:pt modelId="{CFD49B32-F4CC-4AAD-9C31-4AE7D20E7B6E}">
      <dgm:prSet/>
      <dgm:spPr/>
      <dgm:t>
        <a:bodyPr/>
        <a:lstStyle/>
        <a:p>
          <a:r>
            <a:rPr lang="en-US" b="0" i="0" baseline="0"/>
            <a:t>Suprasarcină cognitivă utilizatori</a:t>
          </a:r>
          <a:endParaRPr lang="en-US"/>
        </a:p>
      </dgm:t>
    </dgm:pt>
    <dgm:pt modelId="{7A44941F-7AD5-4F96-8F1C-E5796C89F329}" type="parTrans" cxnId="{1F3AFA4E-C80C-4BD3-B7E1-6E3C9FC6B67A}">
      <dgm:prSet/>
      <dgm:spPr/>
      <dgm:t>
        <a:bodyPr/>
        <a:lstStyle/>
        <a:p>
          <a:endParaRPr lang="en-US"/>
        </a:p>
      </dgm:t>
    </dgm:pt>
    <dgm:pt modelId="{859DA0A1-6030-4A3F-8E56-515F98F1B16B}" type="sibTrans" cxnId="{1F3AFA4E-C80C-4BD3-B7E1-6E3C9FC6B67A}">
      <dgm:prSet/>
      <dgm:spPr/>
      <dgm:t>
        <a:bodyPr/>
        <a:lstStyle/>
        <a:p>
          <a:endParaRPr lang="en-US"/>
        </a:p>
      </dgm:t>
    </dgm:pt>
    <dgm:pt modelId="{BD1981D8-343D-41FA-8C46-7DE02B5876E3}">
      <dgm:prSet/>
      <dgm:spPr/>
      <dgm:t>
        <a:bodyPr/>
        <a:lstStyle/>
        <a:p>
          <a:r>
            <a:rPr lang="en-US" b="0" i="0" baseline="0" dirty="0"/>
            <a:t>Timp </a:t>
          </a:r>
          <a:r>
            <a:rPr lang="en-US" b="0" i="0" baseline="0" dirty="0" err="1"/>
            <a:t>pierdut</a:t>
          </a:r>
          <a:r>
            <a:rPr lang="en-US" b="0" i="0" baseline="0" dirty="0"/>
            <a:t> </a:t>
          </a:r>
          <a:r>
            <a:rPr lang="en-US" b="0" i="0" baseline="0" dirty="0" err="1"/>
            <a:t>în</a:t>
          </a:r>
          <a:r>
            <a:rPr lang="en-US" b="0" i="0" baseline="0" dirty="0"/>
            <a:t> chat-</a:t>
          </a:r>
          <a:r>
            <a:rPr lang="en-US" b="0" i="0" baseline="0" dirty="0" err="1"/>
            <a:t>uri</a:t>
          </a:r>
          <a:endParaRPr lang="en-US" dirty="0"/>
        </a:p>
      </dgm:t>
    </dgm:pt>
    <dgm:pt modelId="{68E39D0F-5F92-4A96-8986-0CC7DEC5561D}" type="parTrans" cxnId="{2F027CD5-54F6-42B2-B5A0-5018C282AD48}">
      <dgm:prSet/>
      <dgm:spPr/>
      <dgm:t>
        <a:bodyPr/>
        <a:lstStyle/>
        <a:p>
          <a:endParaRPr lang="en-US"/>
        </a:p>
      </dgm:t>
    </dgm:pt>
    <dgm:pt modelId="{13313518-407B-4B10-9AB9-75B5CD917237}" type="sibTrans" cxnId="{2F027CD5-54F6-42B2-B5A0-5018C282AD48}">
      <dgm:prSet/>
      <dgm:spPr/>
      <dgm:t>
        <a:bodyPr/>
        <a:lstStyle/>
        <a:p>
          <a:endParaRPr lang="en-US"/>
        </a:p>
      </dgm:t>
    </dgm:pt>
    <dgm:pt modelId="{67FA2ED8-6189-46A8-804C-9DC8B2F3CFA1}">
      <dgm:prSet/>
      <dgm:spPr/>
      <dgm:t>
        <a:bodyPr/>
        <a:lstStyle/>
        <a:p>
          <a:r>
            <a:rPr lang="en-US" b="0" i="0" baseline="0"/>
            <a:t>Risc ratări task-uri / deadline-uri</a:t>
          </a:r>
          <a:endParaRPr lang="en-US"/>
        </a:p>
      </dgm:t>
    </dgm:pt>
    <dgm:pt modelId="{E8F3CBAB-EA86-467B-A5CC-5A1C35BE43D7}" type="parTrans" cxnId="{C47241AE-7888-4A44-BE2F-25ACCB34738C}">
      <dgm:prSet/>
      <dgm:spPr/>
      <dgm:t>
        <a:bodyPr/>
        <a:lstStyle/>
        <a:p>
          <a:endParaRPr lang="en-US"/>
        </a:p>
      </dgm:t>
    </dgm:pt>
    <dgm:pt modelId="{ADAE411D-333D-47DF-9B85-226D0EBFEECB}" type="sibTrans" cxnId="{C47241AE-7888-4A44-BE2F-25ACCB34738C}">
      <dgm:prSet/>
      <dgm:spPr/>
      <dgm:t>
        <a:bodyPr/>
        <a:lstStyle/>
        <a:p>
          <a:endParaRPr lang="en-US"/>
        </a:p>
      </dgm:t>
    </dgm:pt>
    <dgm:pt modelId="{892B8E70-634E-428A-A466-D4A2E32434E1}" type="pres">
      <dgm:prSet presAssocID="{349A8D1E-FE4C-4A03-A7C7-7A307CD28A03}" presName="cycle" presStyleCnt="0">
        <dgm:presLayoutVars>
          <dgm:dir/>
          <dgm:resizeHandles val="exact"/>
        </dgm:presLayoutVars>
      </dgm:prSet>
      <dgm:spPr/>
    </dgm:pt>
    <dgm:pt modelId="{2B311653-5177-4774-9EF6-4956E38EF025}" type="pres">
      <dgm:prSet presAssocID="{BB4EFE81-A3B0-4540-A196-9FDA5362B6AE}" presName="node" presStyleLbl="node1" presStyleIdx="0" presStyleCnt="5">
        <dgm:presLayoutVars>
          <dgm:bulletEnabled val="1"/>
        </dgm:presLayoutVars>
      </dgm:prSet>
      <dgm:spPr/>
    </dgm:pt>
    <dgm:pt modelId="{7C124283-CC04-4990-9BEB-2B26CC2BE2DA}" type="pres">
      <dgm:prSet presAssocID="{8590BC03-90EC-4897-A544-7F80E2879963}" presName="sibTrans" presStyleLbl="sibTrans2D1" presStyleIdx="0" presStyleCnt="5"/>
      <dgm:spPr/>
    </dgm:pt>
    <dgm:pt modelId="{BC5A8C40-D013-40C0-8791-A47AB60D3685}" type="pres">
      <dgm:prSet presAssocID="{8590BC03-90EC-4897-A544-7F80E2879963}" presName="connectorText" presStyleLbl="sibTrans2D1" presStyleIdx="0" presStyleCnt="5"/>
      <dgm:spPr/>
    </dgm:pt>
    <dgm:pt modelId="{7A4D53BE-070D-4A12-9A33-6DF66BAE9A44}" type="pres">
      <dgm:prSet presAssocID="{4C7877AD-9999-4081-B7C0-40424EA22FA8}" presName="node" presStyleLbl="node1" presStyleIdx="1" presStyleCnt="5">
        <dgm:presLayoutVars>
          <dgm:bulletEnabled val="1"/>
        </dgm:presLayoutVars>
      </dgm:prSet>
      <dgm:spPr/>
    </dgm:pt>
    <dgm:pt modelId="{D12EBFAD-423A-44F8-94F6-0763D7B5A957}" type="pres">
      <dgm:prSet presAssocID="{A77EB0E5-469B-4873-8A4E-8214DA41BAEC}" presName="sibTrans" presStyleLbl="sibTrans2D1" presStyleIdx="1" presStyleCnt="5"/>
      <dgm:spPr/>
    </dgm:pt>
    <dgm:pt modelId="{B24EFEB1-7ECF-4285-8E64-00F97A0805FD}" type="pres">
      <dgm:prSet presAssocID="{A77EB0E5-469B-4873-8A4E-8214DA41BAEC}" presName="connectorText" presStyleLbl="sibTrans2D1" presStyleIdx="1" presStyleCnt="5"/>
      <dgm:spPr/>
    </dgm:pt>
    <dgm:pt modelId="{A97FA0F9-A5A3-4B9E-8E5C-6754FBD6D448}" type="pres">
      <dgm:prSet presAssocID="{CFD49B32-F4CC-4AAD-9C31-4AE7D20E7B6E}" presName="node" presStyleLbl="node1" presStyleIdx="2" presStyleCnt="5">
        <dgm:presLayoutVars>
          <dgm:bulletEnabled val="1"/>
        </dgm:presLayoutVars>
      </dgm:prSet>
      <dgm:spPr/>
    </dgm:pt>
    <dgm:pt modelId="{FE6D4596-57E8-48DD-8B79-D148737F3119}" type="pres">
      <dgm:prSet presAssocID="{859DA0A1-6030-4A3F-8E56-515F98F1B16B}" presName="sibTrans" presStyleLbl="sibTrans2D1" presStyleIdx="2" presStyleCnt="5"/>
      <dgm:spPr/>
    </dgm:pt>
    <dgm:pt modelId="{CE4E2686-8C8D-4C5C-9E68-171C17E43BAE}" type="pres">
      <dgm:prSet presAssocID="{859DA0A1-6030-4A3F-8E56-515F98F1B16B}" presName="connectorText" presStyleLbl="sibTrans2D1" presStyleIdx="2" presStyleCnt="5"/>
      <dgm:spPr/>
    </dgm:pt>
    <dgm:pt modelId="{6B03F372-D9C0-4A39-96FD-E8EA50F02D34}" type="pres">
      <dgm:prSet presAssocID="{BD1981D8-343D-41FA-8C46-7DE02B5876E3}" presName="node" presStyleLbl="node1" presStyleIdx="3" presStyleCnt="5">
        <dgm:presLayoutVars>
          <dgm:bulletEnabled val="1"/>
        </dgm:presLayoutVars>
      </dgm:prSet>
      <dgm:spPr/>
    </dgm:pt>
    <dgm:pt modelId="{736DB3B2-6BF1-4F4B-B020-5A563C3C6FB9}" type="pres">
      <dgm:prSet presAssocID="{13313518-407B-4B10-9AB9-75B5CD917237}" presName="sibTrans" presStyleLbl="sibTrans2D1" presStyleIdx="3" presStyleCnt="5"/>
      <dgm:spPr/>
    </dgm:pt>
    <dgm:pt modelId="{C13AEC23-1515-4CAE-9977-8800DECF32F7}" type="pres">
      <dgm:prSet presAssocID="{13313518-407B-4B10-9AB9-75B5CD917237}" presName="connectorText" presStyleLbl="sibTrans2D1" presStyleIdx="3" presStyleCnt="5"/>
      <dgm:spPr/>
    </dgm:pt>
    <dgm:pt modelId="{367E8D18-38F8-466C-A00A-202603CF8AA1}" type="pres">
      <dgm:prSet presAssocID="{67FA2ED8-6189-46A8-804C-9DC8B2F3CFA1}" presName="node" presStyleLbl="node1" presStyleIdx="4" presStyleCnt="5">
        <dgm:presLayoutVars>
          <dgm:bulletEnabled val="1"/>
        </dgm:presLayoutVars>
      </dgm:prSet>
      <dgm:spPr/>
    </dgm:pt>
    <dgm:pt modelId="{1E861AA3-3A2D-4A26-B5D5-691A8998D390}" type="pres">
      <dgm:prSet presAssocID="{ADAE411D-333D-47DF-9B85-226D0EBFEECB}" presName="sibTrans" presStyleLbl="sibTrans2D1" presStyleIdx="4" presStyleCnt="5"/>
      <dgm:spPr/>
    </dgm:pt>
    <dgm:pt modelId="{F25EC4B4-2F18-46DC-A451-8B44DFEFC75C}" type="pres">
      <dgm:prSet presAssocID="{ADAE411D-333D-47DF-9B85-226D0EBFEECB}" presName="connectorText" presStyleLbl="sibTrans2D1" presStyleIdx="4" presStyleCnt="5"/>
      <dgm:spPr/>
    </dgm:pt>
  </dgm:ptLst>
  <dgm:cxnLst>
    <dgm:cxn modelId="{5AF9AE02-072C-478B-A773-F5F43A6B66B5}" type="presOf" srcId="{CFD49B32-F4CC-4AAD-9C31-4AE7D20E7B6E}" destId="{A97FA0F9-A5A3-4B9E-8E5C-6754FBD6D448}" srcOrd="0" destOrd="0" presId="urn:microsoft.com/office/officeart/2005/8/layout/cycle2"/>
    <dgm:cxn modelId="{E7A5E707-B3CA-4CCF-9A15-7ADAD28B367A}" type="presOf" srcId="{859DA0A1-6030-4A3F-8E56-515F98F1B16B}" destId="{CE4E2686-8C8D-4C5C-9E68-171C17E43BAE}" srcOrd="1" destOrd="0" presId="urn:microsoft.com/office/officeart/2005/8/layout/cycle2"/>
    <dgm:cxn modelId="{6D90EE14-A875-4E8A-9C3E-D24C869D2A29}" type="presOf" srcId="{349A8D1E-FE4C-4A03-A7C7-7A307CD28A03}" destId="{892B8E70-634E-428A-A466-D4A2E32434E1}" srcOrd="0" destOrd="0" presId="urn:microsoft.com/office/officeart/2005/8/layout/cycle2"/>
    <dgm:cxn modelId="{B735931E-92F7-49D2-B5AB-F02054AEF4FD}" type="presOf" srcId="{4C7877AD-9999-4081-B7C0-40424EA22FA8}" destId="{7A4D53BE-070D-4A12-9A33-6DF66BAE9A44}" srcOrd="0" destOrd="0" presId="urn:microsoft.com/office/officeart/2005/8/layout/cycle2"/>
    <dgm:cxn modelId="{D5E6FA22-ED53-4C9B-BE6F-D43C0203C176}" type="presOf" srcId="{859DA0A1-6030-4A3F-8E56-515F98F1B16B}" destId="{FE6D4596-57E8-48DD-8B79-D148737F3119}" srcOrd="0" destOrd="0" presId="urn:microsoft.com/office/officeart/2005/8/layout/cycle2"/>
    <dgm:cxn modelId="{3FB77B3B-5BEB-4AED-8A3F-6CBF14B5F0F7}" type="presOf" srcId="{ADAE411D-333D-47DF-9B85-226D0EBFEECB}" destId="{F25EC4B4-2F18-46DC-A451-8B44DFEFC75C}" srcOrd="1" destOrd="0" presId="urn:microsoft.com/office/officeart/2005/8/layout/cycle2"/>
    <dgm:cxn modelId="{3FC6A54C-9B8D-4889-8AA6-2CD18B0D3282}" type="presOf" srcId="{A77EB0E5-469B-4873-8A4E-8214DA41BAEC}" destId="{B24EFEB1-7ECF-4285-8E64-00F97A0805FD}" srcOrd="1" destOrd="0" presId="urn:microsoft.com/office/officeart/2005/8/layout/cycle2"/>
    <dgm:cxn modelId="{1F3AFA4E-C80C-4BD3-B7E1-6E3C9FC6B67A}" srcId="{349A8D1E-FE4C-4A03-A7C7-7A307CD28A03}" destId="{CFD49B32-F4CC-4AAD-9C31-4AE7D20E7B6E}" srcOrd="2" destOrd="0" parTransId="{7A44941F-7AD5-4F96-8F1C-E5796C89F329}" sibTransId="{859DA0A1-6030-4A3F-8E56-515F98F1B16B}"/>
    <dgm:cxn modelId="{B315B551-7CD7-47A8-9E02-D86E129AE5B5}" type="presOf" srcId="{8590BC03-90EC-4897-A544-7F80E2879963}" destId="{7C124283-CC04-4990-9BEB-2B26CC2BE2DA}" srcOrd="0" destOrd="0" presId="urn:microsoft.com/office/officeart/2005/8/layout/cycle2"/>
    <dgm:cxn modelId="{42094752-B1DF-4598-994C-4C44EBB78958}" type="presOf" srcId="{ADAE411D-333D-47DF-9B85-226D0EBFEECB}" destId="{1E861AA3-3A2D-4A26-B5D5-691A8998D390}" srcOrd="0" destOrd="0" presId="urn:microsoft.com/office/officeart/2005/8/layout/cycle2"/>
    <dgm:cxn modelId="{C2E8A757-B893-48E3-AF54-5DA2A69FB7CC}" type="presOf" srcId="{13313518-407B-4B10-9AB9-75B5CD917237}" destId="{736DB3B2-6BF1-4F4B-B020-5A563C3C6FB9}" srcOrd="0" destOrd="0" presId="urn:microsoft.com/office/officeart/2005/8/layout/cycle2"/>
    <dgm:cxn modelId="{62E2CE87-B9C1-4378-BDE1-3E5F96206A75}" srcId="{349A8D1E-FE4C-4A03-A7C7-7A307CD28A03}" destId="{BB4EFE81-A3B0-4540-A196-9FDA5362B6AE}" srcOrd="0" destOrd="0" parTransId="{CB6CA1D3-B8D2-4A4D-AB02-75B345AB1765}" sibTransId="{8590BC03-90EC-4897-A544-7F80E2879963}"/>
    <dgm:cxn modelId="{F0F57EA7-08A6-4333-A825-A39544D56AF5}" type="presOf" srcId="{BB4EFE81-A3B0-4540-A196-9FDA5362B6AE}" destId="{2B311653-5177-4774-9EF6-4956E38EF025}" srcOrd="0" destOrd="0" presId="urn:microsoft.com/office/officeart/2005/8/layout/cycle2"/>
    <dgm:cxn modelId="{D6C2E0A8-85FF-4467-BB68-8CBE6954216B}" type="presOf" srcId="{BD1981D8-343D-41FA-8C46-7DE02B5876E3}" destId="{6B03F372-D9C0-4A39-96FD-E8EA50F02D34}" srcOrd="0" destOrd="0" presId="urn:microsoft.com/office/officeart/2005/8/layout/cycle2"/>
    <dgm:cxn modelId="{C47241AE-7888-4A44-BE2F-25ACCB34738C}" srcId="{349A8D1E-FE4C-4A03-A7C7-7A307CD28A03}" destId="{67FA2ED8-6189-46A8-804C-9DC8B2F3CFA1}" srcOrd="4" destOrd="0" parTransId="{E8F3CBAB-EA86-467B-A5CC-5A1C35BE43D7}" sibTransId="{ADAE411D-333D-47DF-9B85-226D0EBFEECB}"/>
    <dgm:cxn modelId="{D33CEEC6-047F-42C5-BE1C-FF78955484C7}" type="presOf" srcId="{67FA2ED8-6189-46A8-804C-9DC8B2F3CFA1}" destId="{367E8D18-38F8-466C-A00A-202603CF8AA1}" srcOrd="0" destOrd="0" presId="urn:microsoft.com/office/officeart/2005/8/layout/cycle2"/>
    <dgm:cxn modelId="{72B813D2-B5A8-4807-8C1E-763D7D426CF8}" type="presOf" srcId="{A77EB0E5-469B-4873-8A4E-8214DA41BAEC}" destId="{D12EBFAD-423A-44F8-94F6-0763D7B5A957}" srcOrd="0" destOrd="0" presId="urn:microsoft.com/office/officeart/2005/8/layout/cycle2"/>
    <dgm:cxn modelId="{2F027CD5-54F6-42B2-B5A0-5018C282AD48}" srcId="{349A8D1E-FE4C-4A03-A7C7-7A307CD28A03}" destId="{BD1981D8-343D-41FA-8C46-7DE02B5876E3}" srcOrd="3" destOrd="0" parTransId="{68E39D0F-5F92-4A96-8986-0CC7DEC5561D}" sibTransId="{13313518-407B-4B10-9AB9-75B5CD917237}"/>
    <dgm:cxn modelId="{D65F57DE-518C-4197-9869-24246397EF65}" srcId="{349A8D1E-FE4C-4A03-A7C7-7A307CD28A03}" destId="{4C7877AD-9999-4081-B7C0-40424EA22FA8}" srcOrd="1" destOrd="0" parTransId="{0183325A-9049-44E4-881D-7563FFE5FC99}" sibTransId="{A77EB0E5-469B-4873-8A4E-8214DA41BAEC}"/>
    <dgm:cxn modelId="{C3E191E0-D11D-450A-9808-71BF1B3A09CE}" type="presOf" srcId="{8590BC03-90EC-4897-A544-7F80E2879963}" destId="{BC5A8C40-D013-40C0-8791-A47AB60D3685}" srcOrd="1" destOrd="0" presId="urn:microsoft.com/office/officeart/2005/8/layout/cycle2"/>
    <dgm:cxn modelId="{D91029E9-D93E-4BA7-99A1-1D91B00C9A8E}" type="presOf" srcId="{13313518-407B-4B10-9AB9-75B5CD917237}" destId="{C13AEC23-1515-4CAE-9977-8800DECF32F7}" srcOrd="1" destOrd="0" presId="urn:microsoft.com/office/officeart/2005/8/layout/cycle2"/>
    <dgm:cxn modelId="{45521A81-3466-4A3B-9900-EDFE71DA7C39}" type="presParOf" srcId="{892B8E70-634E-428A-A466-D4A2E32434E1}" destId="{2B311653-5177-4774-9EF6-4956E38EF025}" srcOrd="0" destOrd="0" presId="urn:microsoft.com/office/officeart/2005/8/layout/cycle2"/>
    <dgm:cxn modelId="{E663A8ED-2A60-45B0-9F88-8A389C5CBE76}" type="presParOf" srcId="{892B8E70-634E-428A-A466-D4A2E32434E1}" destId="{7C124283-CC04-4990-9BEB-2B26CC2BE2DA}" srcOrd="1" destOrd="0" presId="urn:microsoft.com/office/officeart/2005/8/layout/cycle2"/>
    <dgm:cxn modelId="{5FF65223-DD41-45AC-B344-C1F931F665E7}" type="presParOf" srcId="{7C124283-CC04-4990-9BEB-2B26CC2BE2DA}" destId="{BC5A8C40-D013-40C0-8791-A47AB60D3685}" srcOrd="0" destOrd="0" presId="urn:microsoft.com/office/officeart/2005/8/layout/cycle2"/>
    <dgm:cxn modelId="{F7E37FB7-9669-4FEB-9A69-10F66AD366AC}" type="presParOf" srcId="{892B8E70-634E-428A-A466-D4A2E32434E1}" destId="{7A4D53BE-070D-4A12-9A33-6DF66BAE9A44}" srcOrd="2" destOrd="0" presId="urn:microsoft.com/office/officeart/2005/8/layout/cycle2"/>
    <dgm:cxn modelId="{4F809BA8-D4F5-4DF4-BB32-BF4DDD31ED1C}" type="presParOf" srcId="{892B8E70-634E-428A-A466-D4A2E32434E1}" destId="{D12EBFAD-423A-44F8-94F6-0763D7B5A957}" srcOrd="3" destOrd="0" presId="urn:microsoft.com/office/officeart/2005/8/layout/cycle2"/>
    <dgm:cxn modelId="{D52F8046-B420-45D4-B3D6-1861D1A5C8A6}" type="presParOf" srcId="{D12EBFAD-423A-44F8-94F6-0763D7B5A957}" destId="{B24EFEB1-7ECF-4285-8E64-00F97A0805FD}" srcOrd="0" destOrd="0" presId="urn:microsoft.com/office/officeart/2005/8/layout/cycle2"/>
    <dgm:cxn modelId="{0AD87061-19F9-4143-8272-EBE362A2189F}" type="presParOf" srcId="{892B8E70-634E-428A-A466-D4A2E32434E1}" destId="{A97FA0F9-A5A3-4B9E-8E5C-6754FBD6D448}" srcOrd="4" destOrd="0" presId="urn:microsoft.com/office/officeart/2005/8/layout/cycle2"/>
    <dgm:cxn modelId="{8253328D-65E9-4D89-B423-CF7AC2826668}" type="presParOf" srcId="{892B8E70-634E-428A-A466-D4A2E32434E1}" destId="{FE6D4596-57E8-48DD-8B79-D148737F3119}" srcOrd="5" destOrd="0" presId="urn:microsoft.com/office/officeart/2005/8/layout/cycle2"/>
    <dgm:cxn modelId="{FCCAC307-20CE-49BC-B2A6-9652434F7B92}" type="presParOf" srcId="{FE6D4596-57E8-48DD-8B79-D148737F3119}" destId="{CE4E2686-8C8D-4C5C-9E68-171C17E43BAE}" srcOrd="0" destOrd="0" presId="urn:microsoft.com/office/officeart/2005/8/layout/cycle2"/>
    <dgm:cxn modelId="{9EC817F4-E13F-4CCD-8F44-47AC109B574E}" type="presParOf" srcId="{892B8E70-634E-428A-A466-D4A2E32434E1}" destId="{6B03F372-D9C0-4A39-96FD-E8EA50F02D34}" srcOrd="6" destOrd="0" presId="urn:microsoft.com/office/officeart/2005/8/layout/cycle2"/>
    <dgm:cxn modelId="{84F8A746-4FB5-4F92-B365-34643E88B1A3}" type="presParOf" srcId="{892B8E70-634E-428A-A466-D4A2E32434E1}" destId="{736DB3B2-6BF1-4F4B-B020-5A563C3C6FB9}" srcOrd="7" destOrd="0" presId="urn:microsoft.com/office/officeart/2005/8/layout/cycle2"/>
    <dgm:cxn modelId="{4040ECB9-13CD-4D9B-A60D-A837B2244B32}" type="presParOf" srcId="{736DB3B2-6BF1-4F4B-B020-5A563C3C6FB9}" destId="{C13AEC23-1515-4CAE-9977-8800DECF32F7}" srcOrd="0" destOrd="0" presId="urn:microsoft.com/office/officeart/2005/8/layout/cycle2"/>
    <dgm:cxn modelId="{87BDEE54-B849-4EEC-9129-BCF153293654}" type="presParOf" srcId="{892B8E70-634E-428A-A466-D4A2E32434E1}" destId="{367E8D18-38F8-466C-A00A-202603CF8AA1}" srcOrd="8" destOrd="0" presId="urn:microsoft.com/office/officeart/2005/8/layout/cycle2"/>
    <dgm:cxn modelId="{353562B6-F315-4D3B-BF01-03753C2DB10F}" type="presParOf" srcId="{892B8E70-634E-428A-A466-D4A2E32434E1}" destId="{1E861AA3-3A2D-4A26-B5D5-691A8998D390}" srcOrd="9" destOrd="0" presId="urn:microsoft.com/office/officeart/2005/8/layout/cycle2"/>
    <dgm:cxn modelId="{36C44C6E-7955-4793-A501-F3897E68CA67}" type="presParOf" srcId="{1E861AA3-3A2D-4A26-B5D5-691A8998D390}" destId="{F25EC4B4-2F18-46DC-A451-8B44DFEFC75C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84A9C3-1072-44DF-B580-F7EEA405DA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411162-0B1A-4AE8-972D-5363C07BC05D}">
      <dgm:prSet/>
      <dgm:spPr/>
      <dgm:t>
        <a:bodyPr/>
        <a:lstStyle/>
        <a:p>
          <a:r>
            <a:rPr lang="en-US" b="0" i="0" baseline="0"/>
            <a:t>Asistent AI pentru mesaje</a:t>
          </a:r>
          <a:endParaRPr lang="en-US"/>
        </a:p>
      </dgm:t>
    </dgm:pt>
    <dgm:pt modelId="{8B66C106-EECE-40DA-9BA1-F37039B08933}" type="parTrans" cxnId="{ABDE649B-8435-4134-BF29-710CC4935232}">
      <dgm:prSet/>
      <dgm:spPr/>
      <dgm:t>
        <a:bodyPr/>
        <a:lstStyle/>
        <a:p>
          <a:endParaRPr lang="en-US"/>
        </a:p>
      </dgm:t>
    </dgm:pt>
    <dgm:pt modelId="{6ADE4E5D-FAE4-4E8A-8296-1AFAF4FA1187}" type="sibTrans" cxnId="{ABDE649B-8435-4134-BF29-710CC4935232}">
      <dgm:prSet/>
      <dgm:spPr/>
      <dgm:t>
        <a:bodyPr/>
        <a:lstStyle/>
        <a:p>
          <a:endParaRPr lang="en-US"/>
        </a:p>
      </dgm:t>
    </dgm:pt>
    <dgm:pt modelId="{98D22071-2D56-406F-9AF1-A4870F17D54E}">
      <dgm:prSet/>
      <dgm:spPr/>
      <dgm:t>
        <a:bodyPr/>
        <a:lstStyle/>
        <a:p>
          <a:r>
            <a:rPr lang="en-US" b="0" i="0" baseline="0"/>
            <a:t>Analiză semantică automată</a:t>
          </a:r>
          <a:endParaRPr lang="en-US"/>
        </a:p>
      </dgm:t>
    </dgm:pt>
    <dgm:pt modelId="{9CB63237-EBE9-4A75-9535-AB22A388A6A0}" type="parTrans" cxnId="{146966B6-DFCB-4861-9D6E-176DAC032348}">
      <dgm:prSet/>
      <dgm:spPr/>
      <dgm:t>
        <a:bodyPr/>
        <a:lstStyle/>
        <a:p>
          <a:endParaRPr lang="en-US"/>
        </a:p>
      </dgm:t>
    </dgm:pt>
    <dgm:pt modelId="{0B0B5965-A8A1-4FB9-A980-F29C0E55BDC6}" type="sibTrans" cxnId="{146966B6-DFCB-4861-9D6E-176DAC032348}">
      <dgm:prSet/>
      <dgm:spPr/>
      <dgm:t>
        <a:bodyPr/>
        <a:lstStyle/>
        <a:p>
          <a:endParaRPr lang="en-US"/>
        </a:p>
      </dgm:t>
    </dgm:pt>
    <dgm:pt modelId="{7286C136-7496-4DD9-9147-1861D6627812}">
      <dgm:prSet/>
      <dgm:spPr/>
      <dgm:t>
        <a:bodyPr/>
        <a:lstStyle/>
        <a:p>
          <a:r>
            <a:rPr lang="en-US" b="0" i="0" baseline="0"/>
            <a:t>Filtrare și rezumare personalizată</a:t>
          </a:r>
          <a:endParaRPr lang="en-US"/>
        </a:p>
      </dgm:t>
    </dgm:pt>
    <dgm:pt modelId="{733D6BE0-92BD-4088-A5AE-CA0AE534BA08}" type="parTrans" cxnId="{7A601DB8-364A-4306-AD53-694B5A3586BC}">
      <dgm:prSet/>
      <dgm:spPr/>
      <dgm:t>
        <a:bodyPr/>
        <a:lstStyle/>
        <a:p>
          <a:endParaRPr lang="en-US"/>
        </a:p>
      </dgm:t>
    </dgm:pt>
    <dgm:pt modelId="{943CF8F2-6981-4179-967B-B8C3246F6934}" type="sibTrans" cxnId="{7A601DB8-364A-4306-AD53-694B5A3586BC}">
      <dgm:prSet/>
      <dgm:spPr/>
      <dgm:t>
        <a:bodyPr/>
        <a:lstStyle/>
        <a:p>
          <a:endParaRPr lang="en-US"/>
        </a:p>
      </dgm:t>
    </dgm:pt>
    <dgm:pt modelId="{39663B32-01D5-45EA-91B5-9DCB7E8B5E75}">
      <dgm:prSet/>
      <dgm:spPr/>
      <dgm:t>
        <a:bodyPr/>
        <a:lstStyle/>
        <a:p>
          <a:r>
            <a:rPr lang="en-US" b="0" i="0" baseline="0"/>
            <a:t>Reducerea timpului de citire</a:t>
          </a:r>
          <a:endParaRPr lang="en-US"/>
        </a:p>
      </dgm:t>
    </dgm:pt>
    <dgm:pt modelId="{4FA936D5-7F6D-4D88-A342-82CDC34D393B}" type="parTrans" cxnId="{ACE2E7F6-DE8B-43E4-9467-2AF63D46F14E}">
      <dgm:prSet/>
      <dgm:spPr/>
      <dgm:t>
        <a:bodyPr/>
        <a:lstStyle/>
        <a:p>
          <a:endParaRPr lang="en-US"/>
        </a:p>
      </dgm:t>
    </dgm:pt>
    <dgm:pt modelId="{CBE3B1AE-EE29-4106-803B-32DC4D4C0690}" type="sibTrans" cxnId="{ACE2E7F6-DE8B-43E4-9467-2AF63D46F14E}">
      <dgm:prSet/>
      <dgm:spPr/>
      <dgm:t>
        <a:bodyPr/>
        <a:lstStyle/>
        <a:p>
          <a:endParaRPr lang="en-US"/>
        </a:p>
      </dgm:t>
    </dgm:pt>
    <dgm:pt modelId="{EBF131C1-7CAC-4541-8C53-9E6AB5AE3BCA}">
      <dgm:prSet/>
      <dgm:spPr/>
      <dgm:t>
        <a:bodyPr/>
        <a:lstStyle/>
        <a:p>
          <a:r>
            <a:rPr lang="en-US" b="0" i="0" baseline="0"/>
            <a:t>Suport decizional utilizator</a:t>
          </a:r>
          <a:endParaRPr lang="en-US"/>
        </a:p>
      </dgm:t>
    </dgm:pt>
    <dgm:pt modelId="{C3961D98-D7F0-4736-99D1-C5A161B5BCF9}" type="parTrans" cxnId="{01F93D8F-A010-4FB0-9F66-661EDFB65D53}">
      <dgm:prSet/>
      <dgm:spPr/>
      <dgm:t>
        <a:bodyPr/>
        <a:lstStyle/>
        <a:p>
          <a:endParaRPr lang="en-US"/>
        </a:p>
      </dgm:t>
    </dgm:pt>
    <dgm:pt modelId="{0D98511C-AD0D-4FBC-BBF1-81A83DBF38DA}" type="sibTrans" cxnId="{01F93D8F-A010-4FB0-9F66-661EDFB65D53}">
      <dgm:prSet/>
      <dgm:spPr/>
      <dgm:t>
        <a:bodyPr/>
        <a:lstStyle/>
        <a:p>
          <a:endParaRPr lang="en-US"/>
        </a:p>
      </dgm:t>
    </dgm:pt>
    <dgm:pt modelId="{EE4A75F5-E258-4B30-B97E-615C10E23CE4}" type="pres">
      <dgm:prSet presAssocID="{3484A9C3-1072-44DF-B580-F7EEA405DADC}" presName="linear" presStyleCnt="0">
        <dgm:presLayoutVars>
          <dgm:animLvl val="lvl"/>
          <dgm:resizeHandles val="exact"/>
        </dgm:presLayoutVars>
      </dgm:prSet>
      <dgm:spPr/>
    </dgm:pt>
    <dgm:pt modelId="{089C8800-47AA-4750-A8CA-C80D5557CBD0}" type="pres">
      <dgm:prSet presAssocID="{4E411162-0B1A-4AE8-972D-5363C07BC05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1E15EEC-DFA7-4C49-BE92-DF1ED1ACDA5A}" type="pres">
      <dgm:prSet presAssocID="{6ADE4E5D-FAE4-4E8A-8296-1AFAF4FA1187}" presName="spacer" presStyleCnt="0"/>
      <dgm:spPr/>
    </dgm:pt>
    <dgm:pt modelId="{9BC5F85B-658F-45D4-B7D8-9883C86A5832}" type="pres">
      <dgm:prSet presAssocID="{98D22071-2D56-406F-9AF1-A4870F17D54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5BD94B0-05DF-4B70-B30A-21175C8EE1AD}" type="pres">
      <dgm:prSet presAssocID="{0B0B5965-A8A1-4FB9-A980-F29C0E55BDC6}" presName="spacer" presStyleCnt="0"/>
      <dgm:spPr/>
    </dgm:pt>
    <dgm:pt modelId="{EAF1627B-A421-4BD6-B1E8-1FA0CC328725}" type="pres">
      <dgm:prSet presAssocID="{7286C136-7496-4DD9-9147-1861D662781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4A3EC6D-C499-4D30-B0B5-A137427FE3D9}" type="pres">
      <dgm:prSet presAssocID="{943CF8F2-6981-4179-967B-B8C3246F6934}" presName="spacer" presStyleCnt="0"/>
      <dgm:spPr/>
    </dgm:pt>
    <dgm:pt modelId="{505B5095-6410-4C56-87DA-1FDE2EFCCBFB}" type="pres">
      <dgm:prSet presAssocID="{39663B32-01D5-45EA-91B5-9DCB7E8B5E7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06DC553-735E-4C29-A08B-310487239853}" type="pres">
      <dgm:prSet presAssocID="{CBE3B1AE-EE29-4106-803B-32DC4D4C0690}" presName="spacer" presStyleCnt="0"/>
      <dgm:spPr/>
    </dgm:pt>
    <dgm:pt modelId="{FD825FDC-7BF4-4B91-81F9-CBE8883D9F37}" type="pres">
      <dgm:prSet presAssocID="{EBF131C1-7CAC-4541-8C53-9E6AB5AE3BC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1F93D8F-A010-4FB0-9F66-661EDFB65D53}" srcId="{3484A9C3-1072-44DF-B580-F7EEA405DADC}" destId="{EBF131C1-7CAC-4541-8C53-9E6AB5AE3BCA}" srcOrd="4" destOrd="0" parTransId="{C3961D98-D7F0-4736-99D1-C5A161B5BCF9}" sibTransId="{0D98511C-AD0D-4FBC-BBF1-81A83DBF38DA}"/>
    <dgm:cxn modelId="{1157F79A-5739-40F7-907B-D2188A47778D}" type="presOf" srcId="{EBF131C1-7CAC-4541-8C53-9E6AB5AE3BCA}" destId="{FD825FDC-7BF4-4B91-81F9-CBE8883D9F37}" srcOrd="0" destOrd="0" presId="urn:microsoft.com/office/officeart/2005/8/layout/vList2"/>
    <dgm:cxn modelId="{ABDE649B-8435-4134-BF29-710CC4935232}" srcId="{3484A9C3-1072-44DF-B580-F7EEA405DADC}" destId="{4E411162-0B1A-4AE8-972D-5363C07BC05D}" srcOrd="0" destOrd="0" parTransId="{8B66C106-EECE-40DA-9BA1-F37039B08933}" sibTransId="{6ADE4E5D-FAE4-4E8A-8296-1AFAF4FA1187}"/>
    <dgm:cxn modelId="{9FFC3FA9-3B4B-445E-99CF-9C5074390EBA}" type="presOf" srcId="{3484A9C3-1072-44DF-B580-F7EEA405DADC}" destId="{EE4A75F5-E258-4B30-B97E-615C10E23CE4}" srcOrd="0" destOrd="0" presId="urn:microsoft.com/office/officeart/2005/8/layout/vList2"/>
    <dgm:cxn modelId="{14C8C8AA-EBDB-4AC2-96B5-3B45C4D690E3}" type="presOf" srcId="{39663B32-01D5-45EA-91B5-9DCB7E8B5E75}" destId="{505B5095-6410-4C56-87DA-1FDE2EFCCBFB}" srcOrd="0" destOrd="0" presId="urn:microsoft.com/office/officeart/2005/8/layout/vList2"/>
    <dgm:cxn modelId="{698DE4AC-E5E1-4D04-9A39-00FCB7A2A9A7}" type="presOf" srcId="{98D22071-2D56-406F-9AF1-A4870F17D54E}" destId="{9BC5F85B-658F-45D4-B7D8-9883C86A5832}" srcOrd="0" destOrd="0" presId="urn:microsoft.com/office/officeart/2005/8/layout/vList2"/>
    <dgm:cxn modelId="{146966B6-DFCB-4861-9D6E-176DAC032348}" srcId="{3484A9C3-1072-44DF-B580-F7EEA405DADC}" destId="{98D22071-2D56-406F-9AF1-A4870F17D54E}" srcOrd="1" destOrd="0" parTransId="{9CB63237-EBE9-4A75-9535-AB22A388A6A0}" sibTransId="{0B0B5965-A8A1-4FB9-A980-F29C0E55BDC6}"/>
    <dgm:cxn modelId="{7A601DB8-364A-4306-AD53-694B5A3586BC}" srcId="{3484A9C3-1072-44DF-B580-F7EEA405DADC}" destId="{7286C136-7496-4DD9-9147-1861D6627812}" srcOrd="2" destOrd="0" parTransId="{733D6BE0-92BD-4088-A5AE-CA0AE534BA08}" sibTransId="{943CF8F2-6981-4179-967B-B8C3246F6934}"/>
    <dgm:cxn modelId="{232458E0-CCE3-40FA-B4B6-A97C50497435}" type="presOf" srcId="{4E411162-0B1A-4AE8-972D-5363C07BC05D}" destId="{089C8800-47AA-4750-A8CA-C80D5557CBD0}" srcOrd="0" destOrd="0" presId="urn:microsoft.com/office/officeart/2005/8/layout/vList2"/>
    <dgm:cxn modelId="{F49C2EF0-B9D8-4791-AF03-598813DB5668}" type="presOf" srcId="{7286C136-7496-4DD9-9147-1861D6627812}" destId="{EAF1627B-A421-4BD6-B1E8-1FA0CC328725}" srcOrd="0" destOrd="0" presId="urn:microsoft.com/office/officeart/2005/8/layout/vList2"/>
    <dgm:cxn modelId="{ACE2E7F6-DE8B-43E4-9467-2AF63D46F14E}" srcId="{3484A9C3-1072-44DF-B580-F7EEA405DADC}" destId="{39663B32-01D5-45EA-91B5-9DCB7E8B5E75}" srcOrd="3" destOrd="0" parTransId="{4FA936D5-7F6D-4D88-A342-82CDC34D393B}" sibTransId="{CBE3B1AE-EE29-4106-803B-32DC4D4C0690}"/>
    <dgm:cxn modelId="{56F027D1-A550-42E1-B123-ECB08AEC0FCD}" type="presParOf" srcId="{EE4A75F5-E258-4B30-B97E-615C10E23CE4}" destId="{089C8800-47AA-4750-A8CA-C80D5557CBD0}" srcOrd="0" destOrd="0" presId="urn:microsoft.com/office/officeart/2005/8/layout/vList2"/>
    <dgm:cxn modelId="{3673C6C0-EE1E-4247-BCB6-CE6D4B0AFB5B}" type="presParOf" srcId="{EE4A75F5-E258-4B30-B97E-615C10E23CE4}" destId="{31E15EEC-DFA7-4C49-BE92-DF1ED1ACDA5A}" srcOrd="1" destOrd="0" presId="urn:microsoft.com/office/officeart/2005/8/layout/vList2"/>
    <dgm:cxn modelId="{0FD6BEBC-9898-468A-B816-ABD5F4C3D7BA}" type="presParOf" srcId="{EE4A75F5-E258-4B30-B97E-615C10E23CE4}" destId="{9BC5F85B-658F-45D4-B7D8-9883C86A5832}" srcOrd="2" destOrd="0" presId="urn:microsoft.com/office/officeart/2005/8/layout/vList2"/>
    <dgm:cxn modelId="{3437A1E9-3E04-4946-BAE6-FFE813A45365}" type="presParOf" srcId="{EE4A75F5-E258-4B30-B97E-615C10E23CE4}" destId="{B5BD94B0-05DF-4B70-B30A-21175C8EE1AD}" srcOrd="3" destOrd="0" presId="urn:microsoft.com/office/officeart/2005/8/layout/vList2"/>
    <dgm:cxn modelId="{9DF1E7C6-022E-44E1-9AB3-B22136AD0400}" type="presParOf" srcId="{EE4A75F5-E258-4B30-B97E-615C10E23CE4}" destId="{EAF1627B-A421-4BD6-B1E8-1FA0CC328725}" srcOrd="4" destOrd="0" presId="urn:microsoft.com/office/officeart/2005/8/layout/vList2"/>
    <dgm:cxn modelId="{EF716A6E-1AD6-44DC-8D63-C537A4D9B9B5}" type="presParOf" srcId="{EE4A75F5-E258-4B30-B97E-615C10E23CE4}" destId="{C4A3EC6D-C499-4D30-B0B5-A137427FE3D9}" srcOrd="5" destOrd="0" presId="urn:microsoft.com/office/officeart/2005/8/layout/vList2"/>
    <dgm:cxn modelId="{FDB98788-01C4-4554-9459-7B5689D42D88}" type="presParOf" srcId="{EE4A75F5-E258-4B30-B97E-615C10E23CE4}" destId="{505B5095-6410-4C56-87DA-1FDE2EFCCBFB}" srcOrd="6" destOrd="0" presId="urn:microsoft.com/office/officeart/2005/8/layout/vList2"/>
    <dgm:cxn modelId="{61C5135C-5791-4AE1-A434-BBF6DCFBBACF}" type="presParOf" srcId="{EE4A75F5-E258-4B30-B97E-615C10E23CE4}" destId="{506DC553-735E-4C29-A08B-310487239853}" srcOrd="7" destOrd="0" presId="urn:microsoft.com/office/officeart/2005/8/layout/vList2"/>
    <dgm:cxn modelId="{658C3E5E-96BB-4DD9-82B7-09409A438DC0}" type="presParOf" srcId="{EE4A75F5-E258-4B30-B97E-615C10E23CE4}" destId="{FD825FDC-7BF4-4B91-81F9-CBE8883D9F3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DCCB21-C85B-4BC4-AA6F-693679AFE99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4BB8AB-9F7D-421C-81B1-53CD47F2D8E2}">
      <dgm:prSet phldrT="[Text]" phldr="0"/>
      <dgm:spPr/>
      <dgm:t>
        <a:bodyPr/>
        <a:lstStyle/>
        <a:p>
          <a:r>
            <a:rPr lang="en-US" dirty="0"/>
            <a:t>Rol general</a:t>
          </a:r>
        </a:p>
      </dgm:t>
    </dgm:pt>
    <dgm:pt modelId="{4FE0220A-4996-41F6-8CF6-47B8ECBCA2D3}" type="parTrans" cxnId="{EB1D8C7B-106E-4A37-81E4-1542C01A6FE8}">
      <dgm:prSet/>
      <dgm:spPr/>
      <dgm:t>
        <a:bodyPr/>
        <a:lstStyle/>
        <a:p>
          <a:endParaRPr lang="en-US"/>
        </a:p>
      </dgm:t>
    </dgm:pt>
    <dgm:pt modelId="{26F6ED2C-E926-4006-90A7-71402A5BA254}" type="sibTrans" cxnId="{EB1D8C7B-106E-4A37-81E4-1542C01A6FE8}">
      <dgm:prSet/>
      <dgm:spPr/>
      <dgm:t>
        <a:bodyPr/>
        <a:lstStyle/>
        <a:p>
          <a:endParaRPr lang="en-US"/>
        </a:p>
      </dgm:t>
    </dgm:pt>
    <dgm:pt modelId="{B7E84E41-1AA0-4DE2-87DD-6B42A1C3B23E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Asculta</a:t>
          </a:r>
          <a:r>
            <a:rPr lang="en-US" sz="1400" dirty="0"/>
            <a:t> </a:t>
          </a:r>
          <a:r>
            <a:rPr lang="en-US" sz="1400" dirty="0" err="1"/>
            <a:t>evenimente</a:t>
          </a:r>
          <a:r>
            <a:rPr lang="en-US" sz="1400" dirty="0"/>
            <a:t> Telegram</a:t>
          </a:r>
        </a:p>
      </dgm:t>
    </dgm:pt>
    <dgm:pt modelId="{B6D4CF69-F173-48A0-B585-D9D7B7C5B1D3}" type="parTrans" cxnId="{7C4A42E6-25B2-4DFF-9FC8-7D45AE3258ED}">
      <dgm:prSet/>
      <dgm:spPr/>
      <dgm:t>
        <a:bodyPr/>
        <a:lstStyle/>
        <a:p>
          <a:endParaRPr lang="en-US"/>
        </a:p>
      </dgm:t>
    </dgm:pt>
    <dgm:pt modelId="{F4E32A12-C844-4EA9-BEE4-9B089C3323B8}" type="sibTrans" cxnId="{7C4A42E6-25B2-4DFF-9FC8-7D45AE3258ED}">
      <dgm:prSet/>
      <dgm:spPr/>
      <dgm:t>
        <a:bodyPr/>
        <a:lstStyle/>
        <a:p>
          <a:endParaRPr lang="en-US"/>
        </a:p>
      </dgm:t>
    </dgm:pt>
    <dgm:pt modelId="{891C1856-5C45-49B3-B3D6-8875E1EBE69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kern="1200" dirty="0" err="1"/>
            <a:t>Detectare</a:t>
          </a:r>
          <a:r>
            <a:rPr lang="en-US" sz="1400" kern="1200" dirty="0"/>
            <a:t> </a:t>
          </a:r>
          <a:r>
            <a:rPr lang="en-US" sz="1400" kern="1200" dirty="0" err="1"/>
            <a:t>comenzi</a:t>
          </a:r>
          <a:r>
            <a:rPr lang="en-US" sz="1400" kern="1200" dirty="0"/>
            <a:t> </a:t>
          </a:r>
          <a:r>
            <a:rPr lang="en-US" sz="1400" kern="1200" dirty="0" err="1"/>
            <a:t>utilizator</a:t>
          </a:r>
          <a:endParaRPr lang="en-US" sz="1400" kern="1200" dirty="0"/>
        </a:p>
      </dgm:t>
    </dgm:pt>
    <dgm:pt modelId="{D4FDFFD5-DA97-431B-8AA7-796624683A20}" type="parTrans" cxnId="{41E95E33-2167-495B-8F97-3AF790B650BB}">
      <dgm:prSet/>
      <dgm:spPr/>
      <dgm:t>
        <a:bodyPr/>
        <a:lstStyle/>
        <a:p>
          <a:endParaRPr lang="en-US"/>
        </a:p>
      </dgm:t>
    </dgm:pt>
    <dgm:pt modelId="{6431BAB9-E836-4682-BF42-AF538751F7A8}" type="sibTrans" cxnId="{41E95E33-2167-495B-8F97-3AF790B650BB}">
      <dgm:prSet/>
      <dgm:spPr/>
      <dgm:t>
        <a:bodyPr/>
        <a:lstStyle/>
        <a:p>
          <a:endParaRPr lang="en-US"/>
        </a:p>
      </dgm:t>
    </dgm:pt>
    <dgm:pt modelId="{85D0DF1B-6FF2-4F1C-8962-83B81B370459}">
      <dgm:prSet phldrT="[Text]"/>
      <dgm:spPr/>
      <dgm:t>
        <a:bodyPr/>
        <a:lstStyle/>
        <a:p>
          <a:r>
            <a:rPr lang="it-IT" dirty="0"/>
            <a:t>Ramura 2: AI (Procesare mesaje)</a:t>
          </a:r>
          <a:endParaRPr lang="en-US" dirty="0"/>
        </a:p>
      </dgm:t>
    </dgm:pt>
    <dgm:pt modelId="{D0A99FC7-2C12-4821-9CDC-53EFC4C58E76}" type="parTrans" cxnId="{A16A20E1-3523-4CB8-8C7A-C70E20EEBD86}">
      <dgm:prSet/>
      <dgm:spPr/>
      <dgm:t>
        <a:bodyPr/>
        <a:lstStyle/>
        <a:p>
          <a:endParaRPr lang="en-US"/>
        </a:p>
      </dgm:t>
    </dgm:pt>
    <dgm:pt modelId="{3C0E372A-2833-4474-AB50-4A349CB28D72}" type="sibTrans" cxnId="{A16A20E1-3523-4CB8-8C7A-C70E20EEBD86}">
      <dgm:prSet/>
      <dgm:spPr/>
      <dgm:t>
        <a:bodyPr/>
        <a:lstStyle/>
        <a:p>
          <a:endParaRPr lang="en-US"/>
        </a:p>
      </dgm:t>
    </dgm:pt>
    <dgm:pt modelId="{713CE37C-F4FB-4F20-B09C-E027749C36B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Verificare</a:t>
          </a:r>
          <a:r>
            <a:rPr lang="en-US" sz="1400" dirty="0"/>
            <a:t> </a:t>
          </a:r>
          <a:r>
            <a:rPr lang="en-US" sz="1400" dirty="0" err="1"/>
            <a:t>utilizator</a:t>
          </a:r>
          <a:r>
            <a:rPr lang="en-US" sz="1400" dirty="0"/>
            <a:t> </a:t>
          </a:r>
          <a:r>
            <a:rPr lang="en-US" sz="1400" dirty="0" err="1"/>
            <a:t>monitorizat</a:t>
          </a:r>
          <a:r>
            <a:rPr lang="en-US" sz="1400" dirty="0"/>
            <a:t> </a:t>
          </a:r>
          <a:r>
            <a:rPr lang="en-US" sz="1400" dirty="0" err="1"/>
            <a:t>si</a:t>
          </a:r>
          <a:r>
            <a:rPr lang="en-US" sz="1400" dirty="0"/>
            <a:t> </a:t>
          </a:r>
          <a:r>
            <a:rPr lang="en-US" sz="1400" dirty="0" err="1"/>
            <a:t>extractie</a:t>
          </a:r>
          <a:r>
            <a:rPr lang="en-US" sz="1400" dirty="0"/>
            <a:t> </a:t>
          </a:r>
          <a:r>
            <a:rPr lang="en-US" sz="1400" dirty="0" err="1"/>
            <a:t>preferinte</a:t>
          </a:r>
          <a:r>
            <a:rPr lang="en-US" sz="1400" dirty="0"/>
            <a:t> </a:t>
          </a:r>
          <a:r>
            <a:rPr lang="en-US" sz="1400" dirty="0" err="1"/>
            <a:t>salvate</a:t>
          </a:r>
          <a:endParaRPr lang="en-US" sz="1400" dirty="0"/>
        </a:p>
      </dgm:t>
    </dgm:pt>
    <dgm:pt modelId="{92C46D7F-AB1C-4522-900F-FFEB97E470A1}" type="parTrans" cxnId="{855D690E-C8EE-4462-BC21-4FA6B15949CA}">
      <dgm:prSet/>
      <dgm:spPr/>
      <dgm:t>
        <a:bodyPr/>
        <a:lstStyle/>
        <a:p>
          <a:endParaRPr lang="en-US"/>
        </a:p>
      </dgm:t>
    </dgm:pt>
    <dgm:pt modelId="{0D397E83-9A6B-41D9-947F-0A7A2C9C6600}" type="sibTrans" cxnId="{855D690E-C8EE-4462-BC21-4FA6B15949CA}">
      <dgm:prSet/>
      <dgm:spPr/>
      <dgm:t>
        <a:bodyPr/>
        <a:lstStyle/>
        <a:p>
          <a:endParaRPr lang="en-US"/>
        </a:p>
      </dgm:t>
    </dgm:pt>
    <dgm:pt modelId="{E7D29FC7-BE46-44AB-9683-7295D7E4E5F6}">
      <dgm:prSet phldrT="[Text]"/>
      <dgm:spPr/>
      <dgm:t>
        <a:bodyPr/>
        <a:lstStyle/>
        <a:p>
          <a:r>
            <a:rPr lang="en-US" dirty="0" err="1"/>
            <a:t>Ramura</a:t>
          </a:r>
          <a:r>
            <a:rPr lang="en-US" dirty="0"/>
            <a:t> 1: </a:t>
          </a:r>
          <a:r>
            <a:rPr lang="en-US" dirty="0" err="1"/>
            <a:t>Administrativa</a:t>
          </a:r>
          <a:r>
            <a:rPr lang="en-US" dirty="0"/>
            <a:t> (</a:t>
          </a:r>
          <a:r>
            <a:rPr lang="en-US" dirty="0" err="1"/>
            <a:t>Comenzi</a:t>
          </a:r>
          <a:r>
            <a:rPr lang="en-US" dirty="0"/>
            <a:t>)</a:t>
          </a:r>
        </a:p>
      </dgm:t>
    </dgm:pt>
    <dgm:pt modelId="{EF044FDC-7BAD-45BE-A040-7D9A5BF19E9E}" type="sibTrans" cxnId="{9B6007EB-B260-4CFB-8F31-4CCDF068EDEA}">
      <dgm:prSet/>
      <dgm:spPr/>
      <dgm:t>
        <a:bodyPr/>
        <a:lstStyle/>
        <a:p>
          <a:endParaRPr lang="en-US"/>
        </a:p>
      </dgm:t>
    </dgm:pt>
    <dgm:pt modelId="{A5B81BF7-738F-471E-8257-D78246312603}" type="parTrans" cxnId="{9B6007EB-B260-4CFB-8F31-4CCDF068EDEA}">
      <dgm:prSet/>
      <dgm:spPr/>
      <dgm:t>
        <a:bodyPr/>
        <a:lstStyle/>
        <a:p>
          <a:endParaRPr lang="en-US"/>
        </a:p>
      </dgm:t>
    </dgm:pt>
    <dgm:pt modelId="{4E3F821E-B2B1-447F-A327-8D3AF89DCFB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/>
            <a:t>Declanseaza fluxul automat</a:t>
          </a:r>
        </a:p>
      </dgm:t>
    </dgm:pt>
    <dgm:pt modelId="{894FC2E1-2628-41B7-B570-3C7F16874C8D}" type="parTrans" cxnId="{0254C9E3-AC99-4979-8ECB-990592724D1C}">
      <dgm:prSet/>
      <dgm:spPr/>
      <dgm:t>
        <a:bodyPr/>
        <a:lstStyle/>
        <a:p>
          <a:endParaRPr lang="en-US"/>
        </a:p>
      </dgm:t>
    </dgm:pt>
    <dgm:pt modelId="{EE388279-7BDE-492E-ACF1-E4493BFC5F55}" type="sibTrans" cxnId="{0254C9E3-AC99-4979-8ECB-990592724D1C}">
      <dgm:prSet/>
      <dgm:spPr/>
      <dgm:t>
        <a:bodyPr/>
        <a:lstStyle/>
        <a:p>
          <a:endParaRPr lang="en-US"/>
        </a:p>
      </dgm:t>
    </dgm:pt>
    <dgm:pt modelId="{5E5098AE-C11E-4EBF-B5F2-8B3945B5BD4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/>
            <a:t>Coordoneaza AI + baze de date</a:t>
          </a:r>
        </a:p>
      </dgm:t>
    </dgm:pt>
    <dgm:pt modelId="{7CA6A599-1DEA-4A0F-B437-1613B9842A43}" type="parTrans" cxnId="{7BAA9243-DF8D-439A-80C7-44D60C7675AE}">
      <dgm:prSet/>
      <dgm:spPr/>
      <dgm:t>
        <a:bodyPr/>
        <a:lstStyle/>
        <a:p>
          <a:endParaRPr lang="en-US"/>
        </a:p>
      </dgm:t>
    </dgm:pt>
    <dgm:pt modelId="{46A7A105-5763-4827-953C-AF85C93395A1}" type="sibTrans" cxnId="{7BAA9243-DF8D-439A-80C7-44D60C7675AE}">
      <dgm:prSet/>
      <dgm:spPr/>
      <dgm:t>
        <a:bodyPr/>
        <a:lstStyle/>
        <a:p>
          <a:endParaRPr lang="en-US"/>
        </a:p>
      </dgm:t>
    </dgm:pt>
    <dgm:pt modelId="{41C862AE-DD32-4707-81C3-D6BAF5B7241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kern="1200" dirty="0" err="1"/>
            <a:t>Generare</a:t>
          </a:r>
          <a:r>
            <a:rPr lang="en-US" sz="1400" kern="1200" dirty="0"/>
            <a:t> </a:t>
          </a:r>
          <a:r>
            <a:rPr lang="en-US" sz="1400" kern="1200" dirty="0" err="1"/>
            <a:t>interogari</a:t>
          </a:r>
          <a:r>
            <a:rPr lang="en-US" sz="1400" kern="1200" dirty="0"/>
            <a:t> SQL</a:t>
          </a:r>
        </a:p>
      </dgm:t>
    </dgm:pt>
    <dgm:pt modelId="{F95B3BB8-08E8-4E1C-A8F3-03A86677B9D5}" type="parTrans" cxnId="{F9674F55-F81F-41E3-A884-C9239FC432C5}">
      <dgm:prSet/>
      <dgm:spPr/>
      <dgm:t>
        <a:bodyPr/>
        <a:lstStyle/>
        <a:p>
          <a:endParaRPr lang="en-US"/>
        </a:p>
      </dgm:t>
    </dgm:pt>
    <dgm:pt modelId="{984BA864-5A63-481F-B37C-7836E50C91D5}" type="sibTrans" cxnId="{F9674F55-F81F-41E3-A884-C9239FC432C5}">
      <dgm:prSet/>
      <dgm:spPr/>
      <dgm:t>
        <a:bodyPr/>
        <a:lstStyle/>
        <a:p>
          <a:endParaRPr lang="en-US"/>
        </a:p>
      </dgm:t>
    </dgm:pt>
    <dgm:pt modelId="{9BF70A6D-B966-4475-9C9D-788177019D4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kern="1200"/>
            <a:t>Executie pe baza de date</a:t>
          </a:r>
        </a:p>
      </dgm:t>
    </dgm:pt>
    <dgm:pt modelId="{DD3FDFD0-FB63-44A3-B8B5-05A4F539AC7B}" type="parTrans" cxnId="{86CC5729-ED8A-4B4E-9864-41CBF8878648}">
      <dgm:prSet/>
      <dgm:spPr/>
      <dgm:t>
        <a:bodyPr/>
        <a:lstStyle/>
        <a:p>
          <a:endParaRPr lang="en-US"/>
        </a:p>
      </dgm:t>
    </dgm:pt>
    <dgm:pt modelId="{D6BF6B26-FFCC-4169-B579-2971707462FE}" type="sibTrans" cxnId="{86CC5729-ED8A-4B4E-9864-41CBF8878648}">
      <dgm:prSet/>
      <dgm:spPr/>
      <dgm:t>
        <a:bodyPr/>
        <a:lstStyle/>
        <a:p>
          <a:endParaRPr lang="en-US"/>
        </a:p>
      </dgm:t>
    </dgm:pt>
    <dgm:pt modelId="{D98E53B9-E78A-4FEA-BDA7-F9443A6F585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kern="1200" dirty="0" err="1"/>
            <a:t>Formatare</a:t>
          </a:r>
          <a:r>
            <a:rPr lang="en-US" sz="1400" kern="1200" dirty="0"/>
            <a:t> </a:t>
          </a:r>
          <a:r>
            <a:rPr lang="en-US" sz="1400" kern="1200" dirty="0" err="1"/>
            <a:t>raspuns</a:t>
          </a:r>
          <a:r>
            <a:rPr lang="en-US" sz="1400" kern="1200" dirty="0"/>
            <a:t> </a:t>
          </a:r>
          <a:r>
            <a:rPr lang="en-US" sz="14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ea typeface="+mn-ea"/>
              <a:cs typeface="+mn-cs"/>
            </a:rPr>
            <a:t>pentru</a:t>
          </a:r>
          <a:r>
            <a:rPr 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ea typeface="+mn-ea"/>
              <a:cs typeface="+mn-cs"/>
            </a:rPr>
            <a:t> Telegram</a:t>
          </a:r>
        </a:p>
      </dgm:t>
    </dgm:pt>
    <dgm:pt modelId="{09DDB860-F9F0-4287-B92A-4726AA75633D}" type="parTrans" cxnId="{1A213D6C-9FD6-4E85-A7CB-7F6F08544734}">
      <dgm:prSet/>
      <dgm:spPr/>
      <dgm:t>
        <a:bodyPr/>
        <a:lstStyle/>
        <a:p>
          <a:endParaRPr lang="en-US"/>
        </a:p>
      </dgm:t>
    </dgm:pt>
    <dgm:pt modelId="{D9BBD501-1C44-411D-80A1-2458FED2F7FC}" type="sibTrans" cxnId="{1A213D6C-9FD6-4E85-A7CB-7F6F08544734}">
      <dgm:prSet/>
      <dgm:spPr/>
      <dgm:t>
        <a:bodyPr/>
        <a:lstStyle/>
        <a:p>
          <a:endParaRPr lang="en-US"/>
        </a:p>
      </dgm:t>
    </dgm:pt>
    <dgm:pt modelId="{DA634668-4E49-4E10-A5B3-D84213BCF09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 err="1"/>
            <a:t>Construire</a:t>
          </a:r>
          <a:r>
            <a:rPr lang="en-US" sz="1400" dirty="0"/>
            <a:t> prompt de </a:t>
          </a:r>
          <a:r>
            <a:rPr lang="en-US" sz="1400" dirty="0" err="1"/>
            <a:t>sistem</a:t>
          </a:r>
          <a:endParaRPr lang="en-US" sz="1400" dirty="0"/>
        </a:p>
      </dgm:t>
    </dgm:pt>
    <dgm:pt modelId="{E5CB40D9-9425-485C-8FF9-E10EB5627DC1}" type="parTrans" cxnId="{CC48BFC3-E9D1-4478-B5FC-C3FC818027C0}">
      <dgm:prSet/>
      <dgm:spPr/>
      <dgm:t>
        <a:bodyPr/>
        <a:lstStyle/>
        <a:p>
          <a:endParaRPr lang="en-US"/>
        </a:p>
      </dgm:t>
    </dgm:pt>
    <dgm:pt modelId="{8C677D61-2E6E-4D28-9277-1E902FFC8C6B}" type="sibTrans" cxnId="{CC48BFC3-E9D1-4478-B5FC-C3FC818027C0}">
      <dgm:prSet/>
      <dgm:spPr/>
      <dgm:t>
        <a:bodyPr/>
        <a:lstStyle/>
        <a:p>
          <a:endParaRPr lang="en-US"/>
        </a:p>
      </dgm:t>
    </dgm:pt>
    <dgm:pt modelId="{2B1C0431-B22B-43BE-9500-99518316524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dirty="0"/>
            <a:t>Trimitere </a:t>
          </a:r>
          <a:r>
            <a:rPr lang="en-US" sz="1400" dirty="0" err="1"/>
            <a:t>mesaj</a:t>
          </a:r>
          <a:r>
            <a:rPr lang="en-US" sz="1400" dirty="0"/>
            <a:t> </a:t>
          </a:r>
          <a:r>
            <a:rPr lang="en-US" sz="1400" dirty="0" err="1"/>
            <a:t>catre</a:t>
          </a:r>
          <a:r>
            <a:rPr lang="en-US" sz="1400" dirty="0"/>
            <a:t> </a:t>
          </a:r>
          <a:r>
            <a:rPr lang="en-US" sz="1400" dirty="0" err="1"/>
            <a:t>Ollama</a:t>
          </a:r>
          <a:endParaRPr lang="en-US" sz="1400" dirty="0"/>
        </a:p>
      </dgm:t>
    </dgm:pt>
    <dgm:pt modelId="{25E47733-C357-449B-9DC8-21538B1C384A}" type="parTrans" cxnId="{1D03CB50-0845-44F0-B538-AFDB35169466}">
      <dgm:prSet/>
      <dgm:spPr/>
      <dgm:t>
        <a:bodyPr/>
        <a:lstStyle/>
        <a:p>
          <a:endParaRPr lang="en-US"/>
        </a:p>
      </dgm:t>
    </dgm:pt>
    <dgm:pt modelId="{D53FD2F0-A8CE-4DBF-ACA5-A60E52129C2C}" type="sibTrans" cxnId="{1D03CB50-0845-44F0-B538-AFDB35169466}">
      <dgm:prSet/>
      <dgm:spPr/>
      <dgm:t>
        <a:bodyPr/>
        <a:lstStyle/>
        <a:p>
          <a:endParaRPr lang="en-US"/>
        </a:p>
      </dgm:t>
    </dgm:pt>
    <dgm:pt modelId="{76CEF81F-6855-4219-BECE-22F3C20E956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/>
            <a:t>Retrimitere rezumat pe Telegram</a:t>
          </a:r>
        </a:p>
      </dgm:t>
    </dgm:pt>
    <dgm:pt modelId="{570C3EDA-ECAD-4978-9EB8-C24BD8251E81}" type="parTrans" cxnId="{1C51F673-EFA8-4EC2-B2F6-40D1FC301F5C}">
      <dgm:prSet/>
      <dgm:spPr/>
      <dgm:t>
        <a:bodyPr/>
        <a:lstStyle/>
        <a:p>
          <a:endParaRPr lang="en-US"/>
        </a:p>
      </dgm:t>
    </dgm:pt>
    <dgm:pt modelId="{409442AE-1FE9-4FE8-A475-F76CFDB4C67F}" type="sibTrans" cxnId="{1C51F673-EFA8-4EC2-B2F6-40D1FC301F5C}">
      <dgm:prSet/>
      <dgm:spPr/>
      <dgm:t>
        <a:bodyPr/>
        <a:lstStyle/>
        <a:p>
          <a:endParaRPr lang="en-US"/>
        </a:p>
      </dgm:t>
    </dgm:pt>
    <dgm:pt modelId="{EB86223F-F2F8-44DA-A49B-9F5F3D7BE952}" type="pres">
      <dgm:prSet presAssocID="{F3DCCB21-C85B-4BC4-AA6F-693679AFE994}" presName="Name0" presStyleCnt="0">
        <dgm:presLayoutVars>
          <dgm:dir/>
          <dgm:animLvl val="lvl"/>
          <dgm:resizeHandles val="exact"/>
        </dgm:presLayoutVars>
      </dgm:prSet>
      <dgm:spPr/>
    </dgm:pt>
    <dgm:pt modelId="{CDFF8840-3047-481E-8EE3-F97C92B9271A}" type="pres">
      <dgm:prSet presAssocID="{4F4BB8AB-9F7D-421C-81B1-53CD47F2D8E2}" presName="linNode" presStyleCnt="0"/>
      <dgm:spPr/>
    </dgm:pt>
    <dgm:pt modelId="{9084D145-7CEB-490C-8F83-01BF158B1A5E}" type="pres">
      <dgm:prSet presAssocID="{4F4BB8AB-9F7D-421C-81B1-53CD47F2D8E2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EE67FD7-60E7-48E3-8426-1602EEF09F3D}" type="pres">
      <dgm:prSet presAssocID="{4F4BB8AB-9F7D-421C-81B1-53CD47F2D8E2}" presName="descendantText" presStyleLbl="alignAccFollowNode1" presStyleIdx="0" presStyleCnt="3">
        <dgm:presLayoutVars>
          <dgm:bulletEnabled val="1"/>
        </dgm:presLayoutVars>
      </dgm:prSet>
      <dgm:spPr/>
    </dgm:pt>
    <dgm:pt modelId="{B2DF83DE-77D2-4569-A2F9-5AB64960C3AC}" type="pres">
      <dgm:prSet presAssocID="{26F6ED2C-E926-4006-90A7-71402A5BA254}" presName="sp" presStyleCnt="0"/>
      <dgm:spPr/>
    </dgm:pt>
    <dgm:pt modelId="{6CEA080B-E101-49C1-813E-AA1DA487332C}" type="pres">
      <dgm:prSet presAssocID="{E7D29FC7-BE46-44AB-9683-7295D7E4E5F6}" presName="linNode" presStyleCnt="0"/>
      <dgm:spPr/>
    </dgm:pt>
    <dgm:pt modelId="{69D2776F-38B4-4BD1-A547-7DED9322B890}" type="pres">
      <dgm:prSet presAssocID="{E7D29FC7-BE46-44AB-9683-7295D7E4E5F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E510AA6-9DC0-44CF-B2F3-40928F153B11}" type="pres">
      <dgm:prSet presAssocID="{E7D29FC7-BE46-44AB-9683-7295D7E4E5F6}" presName="descendantText" presStyleLbl="alignAccFollowNode1" presStyleIdx="1" presStyleCnt="3">
        <dgm:presLayoutVars>
          <dgm:bulletEnabled val="1"/>
        </dgm:presLayoutVars>
      </dgm:prSet>
      <dgm:spPr/>
    </dgm:pt>
    <dgm:pt modelId="{B19F33A4-C5F8-46A1-A93B-B522E232DC91}" type="pres">
      <dgm:prSet presAssocID="{EF044FDC-7BAD-45BE-A040-7D9A5BF19E9E}" presName="sp" presStyleCnt="0"/>
      <dgm:spPr/>
    </dgm:pt>
    <dgm:pt modelId="{937DC528-CBB4-41C3-AE28-7121BFCED136}" type="pres">
      <dgm:prSet presAssocID="{85D0DF1B-6FF2-4F1C-8962-83B81B370459}" presName="linNode" presStyleCnt="0"/>
      <dgm:spPr/>
    </dgm:pt>
    <dgm:pt modelId="{6163D7C3-7C0D-4825-B77F-AE47AE0A9A86}" type="pres">
      <dgm:prSet presAssocID="{85D0DF1B-6FF2-4F1C-8962-83B81B370459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C91D80C1-6D33-4D80-8D97-107BD68C9F80}" type="pres">
      <dgm:prSet presAssocID="{85D0DF1B-6FF2-4F1C-8962-83B81B370459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DCC2406-8A7F-4C40-BF49-00C54E1D87DE}" type="presOf" srcId="{76CEF81F-6855-4219-BECE-22F3C20E9562}" destId="{C91D80C1-6D33-4D80-8D97-107BD68C9F80}" srcOrd="0" destOrd="3" presId="urn:microsoft.com/office/officeart/2005/8/layout/vList5"/>
    <dgm:cxn modelId="{855D690E-C8EE-4462-BC21-4FA6B15949CA}" srcId="{85D0DF1B-6FF2-4F1C-8962-83B81B370459}" destId="{713CE37C-F4FB-4F20-B09C-E027749C36BA}" srcOrd="0" destOrd="0" parTransId="{92C46D7F-AB1C-4522-900F-FFEB97E470A1}" sibTransId="{0D397E83-9A6B-41D9-947F-0A7A2C9C6600}"/>
    <dgm:cxn modelId="{C0E30613-00DB-45E7-8C0C-336BB382D371}" type="presOf" srcId="{DA634668-4E49-4E10-A5B3-D84213BCF09E}" destId="{C91D80C1-6D33-4D80-8D97-107BD68C9F80}" srcOrd="0" destOrd="1" presId="urn:microsoft.com/office/officeart/2005/8/layout/vList5"/>
    <dgm:cxn modelId="{86CC5729-ED8A-4B4E-9864-41CBF8878648}" srcId="{E7D29FC7-BE46-44AB-9683-7295D7E4E5F6}" destId="{9BF70A6D-B966-4475-9C9D-788177019D47}" srcOrd="2" destOrd="0" parTransId="{DD3FDFD0-FB63-44A3-B8B5-05A4F539AC7B}" sibTransId="{D6BF6B26-FFCC-4169-B579-2971707462FE}"/>
    <dgm:cxn modelId="{41E95E33-2167-495B-8F97-3AF790B650BB}" srcId="{E7D29FC7-BE46-44AB-9683-7295D7E4E5F6}" destId="{891C1856-5C45-49B3-B3D6-8875E1EBE697}" srcOrd="0" destOrd="0" parTransId="{D4FDFFD5-DA97-431B-8AA7-796624683A20}" sibTransId="{6431BAB9-E836-4682-BF42-AF538751F7A8}"/>
    <dgm:cxn modelId="{7BAA9243-DF8D-439A-80C7-44D60C7675AE}" srcId="{4F4BB8AB-9F7D-421C-81B1-53CD47F2D8E2}" destId="{5E5098AE-C11E-4EBF-B5F2-8B3945B5BD42}" srcOrd="2" destOrd="0" parTransId="{7CA6A599-1DEA-4A0F-B437-1613B9842A43}" sibTransId="{46A7A105-5763-4827-953C-AF85C93395A1}"/>
    <dgm:cxn modelId="{1BBBB463-5B43-45CA-AAAE-4217AE17A4D5}" type="presOf" srcId="{9BF70A6D-B966-4475-9C9D-788177019D47}" destId="{3E510AA6-9DC0-44CF-B2F3-40928F153B11}" srcOrd="0" destOrd="2" presId="urn:microsoft.com/office/officeart/2005/8/layout/vList5"/>
    <dgm:cxn modelId="{79C9EB65-48DA-4158-9EB3-15B61C0997E4}" type="presOf" srcId="{41C862AE-DD32-4707-81C3-D6BAF5B7241A}" destId="{3E510AA6-9DC0-44CF-B2F3-40928F153B11}" srcOrd="0" destOrd="1" presId="urn:microsoft.com/office/officeart/2005/8/layout/vList5"/>
    <dgm:cxn modelId="{1A213D6C-9FD6-4E85-A7CB-7F6F08544734}" srcId="{E7D29FC7-BE46-44AB-9683-7295D7E4E5F6}" destId="{D98E53B9-E78A-4FEA-BDA7-F9443A6F585C}" srcOrd="3" destOrd="0" parTransId="{09DDB860-F9F0-4287-B92A-4726AA75633D}" sibTransId="{D9BBD501-1C44-411D-80A1-2458FED2F7FC}"/>
    <dgm:cxn modelId="{1D03CB50-0845-44F0-B538-AFDB35169466}" srcId="{85D0DF1B-6FF2-4F1C-8962-83B81B370459}" destId="{2B1C0431-B22B-43BE-9500-995183165249}" srcOrd="2" destOrd="0" parTransId="{25E47733-C357-449B-9DC8-21538B1C384A}" sibTransId="{D53FD2F0-A8CE-4DBF-ACA5-A60E52129C2C}"/>
    <dgm:cxn modelId="{D8B3CE51-4F43-4269-9AF1-E6E2FE7CF4E2}" type="presOf" srcId="{D98E53B9-E78A-4FEA-BDA7-F9443A6F585C}" destId="{3E510AA6-9DC0-44CF-B2F3-40928F153B11}" srcOrd="0" destOrd="3" presId="urn:microsoft.com/office/officeart/2005/8/layout/vList5"/>
    <dgm:cxn modelId="{E475F872-DB6F-48A2-8C10-E779EC0C81D4}" type="presOf" srcId="{2B1C0431-B22B-43BE-9500-995183165249}" destId="{C91D80C1-6D33-4D80-8D97-107BD68C9F80}" srcOrd="0" destOrd="2" presId="urn:microsoft.com/office/officeart/2005/8/layout/vList5"/>
    <dgm:cxn modelId="{DCA5B753-1513-40C0-803E-B8DE849DE7A1}" type="presOf" srcId="{E7D29FC7-BE46-44AB-9683-7295D7E4E5F6}" destId="{69D2776F-38B4-4BD1-A547-7DED9322B890}" srcOrd="0" destOrd="0" presId="urn:microsoft.com/office/officeart/2005/8/layout/vList5"/>
    <dgm:cxn modelId="{1C51F673-EFA8-4EC2-B2F6-40D1FC301F5C}" srcId="{85D0DF1B-6FF2-4F1C-8962-83B81B370459}" destId="{76CEF81F-6855-4219-BECE-22F3C20E9562}" srcOrd="3" destOrd="0" parTransId="{570C3EDA-ECAD-4978-9EB8-C24BD8251E81}" sibTransId="{409442AE-1FE9-4FE8-A475-F76CFDB4C67F}"/>
    <dgm:cxn modelId="{F9674F55-F81F-41E3-A884-C9239FC432C5}" srcId="{E7D29FC7-BE46-44AB-9683-7295D7E4E5F6}" destId="{41C862AE-DD32-4707-81C3-D6BAF5B7241A}" srcOrd="1" destOrd="0" parTransId="{F95B3BB8-08E8-4E1C-A8F3-03A86677B9D5}" sibTransId="{984BA864-5A63-481F-B37C-7836E50C91D5}"/>
    <dgm:cxn modelId="{3C6A135A-52AD-47E2-89F5-0B5D4E3A3A86}" type="presOf" srcId="{F3DCCB21-C85B-4BC4-AA6F-693679AFE994}" destId="{EB86223F-F2F8-44DA-A49B-9F5F3D7BE952}" srcOrd="0" destOrd="0" presId="urn:microsoft.com/office/officeart/2005/8/layout/vList5"/>
    <dgm:cxn modelId="{EB1D8C7B-106E-4A37-81E4-1542C01A6FE8}" srcId="{F3DCCB21-C85B-4BC4-AA6F-693679AFE994}" destId="{4F4BB8AB-9F7D-421C-81B1-53CD47F2D8E2}" srcOrd="0" destOrd="0" parTransId="{4FE0220A-4996-41F6-8CF6-47B8ECBCA2D3}" sibTransId="{26F6ED2C-E926-4006-90A7-71402A5BA254}"/>
    <dgm:cxn modelId="{4B65077F-01FF-4E55-B4F5-0F8E49FA8640}" type="presOf" srcId="{4E3F821E-B2B1-447F-A327-8D3AF89DCFB8}" destId="{6EE67FD7-60E7-48E3-8426-1602EEF09F3D}" srcOrd="0" destOrd="1" presId="urn:microsoft.com/office/officeart/2005/8/layout/vList5"/>
    <dgm:cxn modelId="{3EDCD8A1-1688-449E-92C5-DFD84EF9BBF0}" type="presOf" srcId="{4F4BB8AB-9F7D-421C-81B1-53CD47F2D8E2}" destId="{9084D145-7CEB-490C-8F83-01BF158B1A5E}" srcOrd="0" destOrd="0" presId="urn:microsoft.com/office/officeart/2005/8/layout/vList5"/>
    <dgm:cxn modelId="{083E1EBD-8606-4D84-B140-7A41FA5B9261}" type="presOf" srcId="{85D0DF1B-6FF2-4F1C-8962-83B81B370459}" destId="{6163D7C3-7C0D-4825-B77F-AE47AE0A9A86}" srcOrd="0" destOrd="0" presId="urn:microsoft.com/office/officeart/2005/8/layout/vList5"/>
    <dgm:cxn modelId="{CC48BFC3-E9D1-4478-B5FC-C3FC818027C0}" srcId="{85D0DF1B-6FF2-4F1C-8962-83B81B370459}" destId="{DA634668-4E49-4E10-A5B3-D84213BCF09E}" srcOrd="1" destOrd="0" parTransId="{E5CB40D9-9425-485C-8FF9-E10EB5627DC1}" sibTransId="{8C677D61-2E6E-4D28-9277-1E902FFC8C6B}"/>
    <dgm:cxn modelId="{F14044DB-E8D6-4555-A67E-029AE23BEA51}" type="presOf" srcId="{891C1856-5C45-49B3-B3D6-8875E1EBE697}" destId="{3E510AA6-9DC0-44CF-B2F3-40928F153B11}" srcOrd="0" destOrd="0" presId="urn:microsoft.com/office/officeart/2005/8/layout/vList5"/>
    <dgm:cxn modelId="{A16A20E1-3523-4CB8-8C7A-C70E20EEBD86}" srcId="{F3DCCB21-C85B-4BC4-AA6F-693679AFE994}" destId="{85D0DF1B-6FF2-4F1C-8962-83B81B370459}" srcOrd="2" destOrd="0" parTransId="{D0A99FC7-2C12-4821-9CDC-53EFC4C58E76}" sibTransId="{3C0E372A-2833-4474-AB50-4A349CB28D72}"/>
    <dgm:cxn modelId="{0254C9E3-AC99-4979-8ECB-990592724D1C}" srcId="{4F4BB8AB-9F7D-421C-81B1-53CD47F2D8E2}" destId="{4E3F821E-B2B1-447F-A327-8D3AF89DCFB8}" srcOrd="1" destOrd="0" parTransId="{894FC2E1-2628-41B7-B570-3C7F16874C8D}" sibTransId="{EE388279-7BDE-492E-ACF1-E4493BFC5F55}"/>
    <dgm:cxn modelId="{7C4A42E6-25B2-4DFF-9FC8-7D45AE3258ED}" srcId="{4F4BB8AB-9F7D-421C-81B1-53CD47F2D8E2}" destId="{B7E84E41-1AA0-4DE2-87DD-6B42A1C3B23E}" srcOrd="0" destOrd="0" parTransId="{B6D4CF69-F173-48A0-B585-D9D7B7C5B1D3}" sibTransId="{F4E32A12-C844-4EA9-BEE4-9B089C3323B8}"/>
    <dgm:cxn modelId="{6EFE60EA-F4AC-4047-BBEA-FBA00B9F4185}" type="presOf" srcId="{5E5098AE-C11E-4EBF-B5F2-8B3945B5BD42}" destId="{6EE67FD7-60E7-48E3-8426-1602EEF09F3D}" srcOrd="0" destOrd="2" presId="urn:microsoft.com/office/officeart/2005/8/layout/vList5"/>
    <dgm:cxn modelId="{D02A9FEA-BC7A-4FCD-804F-4E074FB769DC}" type="presOf" srcId="{B7E84E41-1AA0-4DE2-87DD-6B42A1C3B23E}" destId="{6EE67FD7-60E7-48E3-8426-1602EEF09F3D}" srcOrd="0" destOrd="0" presId="urn:microsoft.com/office/officeart/2005/8/layout/vList5"/>
    <dgm:cxn modelId="{9B6007EB-B260-4CFB-8F31-4CCDF068EDEA}" srcId="{F3DCCB21-C85B-4BC4-AA6F-693679AFE994}" destId="{E7D29FC7-BE46-44AB-9683-7295D7E4E5F6}" srcOrd="1" destOrd="0" parTransId="{A5B81BF7-738F-471E-8257-D78246312603}" sibTransId="{EF044FDC-7BAD-45BE-A040-7D9A5BF19E9E}"/>
    <dgm:cxn modelId="{3910BBF8-93E2-4EF8-8332-9EAE84A517FC}" type="presOf" srcId="{713CE37C-F4FB-4F20-B09C-E027749C36BA}" destId="{C91D80C1-6D33-4D80-8D97-107BD68C9F80}" srcOrd="0" destOrd="0" presId="urn:microsoft.com/office/officeart/2005/8/layout/vList5"/>
    <dgm:cxn modelId="{F13779F6-4211-4801-B9CC-EEAE2B192217}" type="presParOf" srcId="{EB86223F-F2F8-44DA-A49B-9F5F3D7BE952}" destId="{CDFF8840-3047-481E-8EE3-F97C92B9271A}" srcOrd="0" destOrd="0" presId="urn:microsoft.com/office/officeart/2005/8/layout/vList5"/>
    <dgm:cxn modelId="{0D380133-ED3E-4E4D-B6C1-DFC70BE4FEE7}" type="presParOf" srcId="{CDFF8840-3047-481E-8EE3-F97C92B9271A}" destId="{9084D145-7CEB-490C-8F83-01BF158B1A5E}" srcOrd="0" destOrd="0" presId="urn:microsoft.com/office/officeart/2005/8/layout/vList5"/>
    <dgm:cxn modelId="{406107F3-E2F5-48C8-8031-0E07117E0120}" type="presParOf" srcId="{CDFF8840-3047-481E-8EE3-F97C92B9271A}" destId="{6EE67FD7-60E7-48E3-8426-1602EEF09F3D}" srcOrd="1" destOrd="0" presId="urn:microsoft.com/office/officeart/2005/8/layout/vList5"/>
    <dgm:cxn modelId="{841C266B-C6CB-404E-AD88-1CFBF2F8A43C}" type="presParOf" srcId="{EB86223F-F2F8-44DA-A49B-9F5F3D7BE952}" destId="{B2DF83DE-77D2-4569-A2F9-5AB64960C3AC}" srcOrd="1" destOrd="0" presId="urn:microsoft.com/office/officeart/2005/8/layout/vList5"/>
    <dgm:cxn modelId="{BD2D6EFA-6EE6-45C6-ADDC-C7E459236E99}" type="presParOf" srcId="{EB86223F-F2F8-44DA-A49B-9F5F3D7BE952}" destId="{6CEA080B-E101-49C1-813E-AA1DA487332C}" srcOrd="2" destOrd="0" presId="urn:microsoft.com/office/officeart/2005/8/layout/vList5"/>
    <dgm:cxn modelId="{AC8752EE-E2AD-4B48-B4E4-4A210D9064FE}" type="presParOf" srcId="{6CEA080B-E101-49C1-813E-AA1DA487332C}" destId="{69D2776F-38B4-4BD1-A547-7DED9322B890}" srcOrd="0" destOrd="0" presId="urn:microsoft.com/office/officeart/2005/8/layout/vList5"/>
    <dgm:cxn modelId="{13AAEFD0-3E61-47B8-97CE-98E989A25A04}" type="presParOf" srcId="{6CEA080B-E101-49C1-813E-AA1DA487332C}" destId="{3E510AA6-9DC0-44CF-B2F3-40928F153B11}" srcOrd="1" destOrd="0" presId="urn:microsoft.com/office/officeart/2005/8/layout/vList5"/>
    <dgm:cxn modelId="{E1363532-E3D2-4824-BCDF-F20963FD82FD}" type="presParOf" srcId="{EB86223F-F2F8-44DA-A49B-9F5F3D7BE952}" destId="{B19F33A4-C5F8-46A1-A93B-B522E232DC91}" srcOrd="3" destOrd="0" presId="urn:microsoft.com/office/officeart/2005/8/layout/vList5"/>
    <dgm:cxn modelId="{D4FA608F-848C-4841-8FEA-34587DFA59C6}" type="presParOf" srcId="{EB86223F-F2F8-44DA-A49B-9F5F3D7BE952}" destId="{937DC528-CBB4-41C3-AE28-7121BFCED136}" srcOrd="4" destOrd="0" presId="urn:microsoft.com/office/officeart/2005/8/layout/vList5"/>
    <dgm:cxn modelId="{8CD42DB7-8AA7-4EDB-AB84-48BD0D0A32D8}" type="presParOf" srcId="{937DC528-CBB4-41C3-AE28-7121BFCED136}" destId="{6163D7C3-7C0D-4825-B77F-AE47AE0A9A86}" srcOrd="0" destOrd="0" presId="urn:microsoft.com/office/officeart/2005/8/layout/vList5"/>
    <dgm:cxn modelId="{833D5789-197B-4ED8-8223-7E6156E23B97}" type="presParOf" srcId="{937DC528-CBB4-41C3-AE28-7121BFCED136}" destId="{C91D80C1-6D33-4D80-8D97-107BD68C9F8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B51A3B-DBFF-4251-B12B-ED1F75476AFD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D228C5E-D554-4CD6-97CA-37D64464C0B5}">
      <dgm:prSet/>
      <dgm:spPr/>
      <dgm:t>
        <a:bodyPr/>
        <a:lstStyle/>
        <a:p>
          <a:r>
            <a:rPr lang="en-US" b="0" i="0" baseline="0" dirty="0" err="1"/>
            <a:t>Platformă</a:t>
          </a:r>
          <a:r>
            <a:rPr lang="en-US" b="0" i="0" baseline="0" dirty="0"/>
            <a:t> de </a:t>
          </a:r>
          <a:r>
            <a:rPr lang="en-US" b="0" i="0" baseline="0" dirty="0" err="1"/>
            <a:t>containerizare</a:t>
          </a:r>
          <a:endParaRPr lang="en-US" dirty="0"/>
        </a:p>
      </dgm:t>
    </dgm:pt>
    <dgm:pt modelId="{7B99BBAE-A23F-4126-AE1F-B5AAC2BBE4D3}" type="parTrans" cxnId="{775B95DB-2ADF-4CB3-94EE-A154AC1EE9BC}">
      <dgm:prSet/>
      <dgm:spPr/>
      <dgm:t>
        <a:bodyPr/>
        <a:lstStyle/>
        <a:p>
          <a:endParaRPr lang="en-US"/>
        </a:p>
      </dgm:t>
    </dgm:pt>
    <dgm:pt modelId="{6C042C18-E79B-40E1-867A-83C50AEC8E87}" type="sibTrans" cxnId="{775B95DB-2ADF-4CB3-94EE-A154AC1EE9BC}">
      <dgm:prSet/>
      <dgm:spPr/>
      <dgm:t>
        <a:bodyPr/>
        <a:lstStyle/>
        <a:p>
          <a:endParaRPr lang="en-US"/>
        </a:p>
      </dgm:t>
    </dgm:pt>
    <dgm:pt modelId="{F4381AC7-BF95-49D0-91CB-C95EE468FB51}">
      <dgm:prSet/>
      <dgm:spPr/>
      <dgm:t>
        <a:bodyPr/>
        <a:lstStyle/>
        <a:p>
          <a:r>
            <a:rPr lang="en-US" b="0" i="0" baseline="0"/>
            <a:t>Izolare și reproductibilitate</a:t>
          </a:r>
          <a:endParaRPr lang="en-US"/>
        </a:p>
      </dgm:t>
    </dgm:pt>
    <dgm:pt modelId="{933664C4-27CE-4E58-AD7A-C7FBAC9612B5}" type="parTrans" cxnId="{8A6AFB5E-48B2-46E6-99A5-CFC3963293D9}">
      <dgm:prSet/>
      <dgm:spPr/>
      <dgm:t>
        <a:bodyPr/>
        <a:lstStyle/>
        <a:p>
          <a:endParaRPr lang="en-US"/>
        </a:p>
      </dgm:t>
    </dgm:pt>
    <dgm:pt modelId="{C6784177-AAE8-4D0E-B329-BEBD59992A71}" type="sibTrans" cxnId="{8A6AFB5E-48B2-46E6-99A5-CFC3963293D9}">
      <dgm:prSet/>
      <dgm:spPr/>
      <dgm:t>
        <a:bodyPr/>
        <a:lstStyle/>
        <a:p>
          <a:endParaRPr lang="en-US"/>
        </a:p>
      </dgm:t>
    </dgm:pt>
    <dgm:pt modelId="{64C57B13-C727-43CB-AE9B-78F81D9570F2}">
      <dgm:prSet/>
      <dgm:spPr/>
      <dgm:t>
        <a:bodyPr/>
        <a:lstStyle/>
        <a:p>
          <a:r>
            <a:rPr lang="en-US" b="0" i="0" baseline="0"/>
            <a:t>Securitate prin environment variables</a:t>
          </a:r>
          <a:endParaRPr lang="en-US"/>
        </a:p>
      </dgm:t>
    </dgm:pt>
    <dgm:pt modelId="{D6E5A8CC-1AA3-4861-86F1-BA935D117B54}" type="parTrans" cxnId="{1E07CE34-AEAE-4944-B2B4-935CB3144D4C}">
      <dgm:prSet/>
      <dgm:spPr/>
      <dgm:t>
        <a:bodyPr/>
        <a:lstStyle/>
        <a:p>
          <a:endParaRPr lang="en-US"/>
        </a:p>
      </dgm:t>
    </dgm:pt>
    <dgm:pt modelId="{468A162C-717B-409B-BF9D-AA5ECC03D1AE}" type="sibTrans" cxnId="{1E07CE34-AEAE-4944-B2B4-935CB3144D4C}">
      <dgm:prSet/>
      <dgm:spPr/>
      <dgm:t>
        <a:bodyPr/>
        <a:lstStyle/>
        <a:p>
          <a:endParaRPr lang="en-US"/>
        </a:p>
      </dgm:t>
    </dgm:pt>
    <dgm:pt modelId="{4B6A7CE8-EC76-42E8-AE46-DA7C9A8ADBBE}">
      <dgm:prSet/>
      <dgm:spPr/>
      <dgm:t>
        <a:bodyPr/>
        <a:lstStyle/>
        <a:p>
          <a:r>
            <a:rPr lang="en-US" b="0" i="0" baseline="0"/>
            <a:t>Arhitectură definită în docker-compose.yml</a:t>
          </a:r>
          <a:endParaRPr lang="en-US"/>
        </a:p>
      </dgm:t>
    </dgm:pt>
    <dgm:pt modelId="{2BF2D972-F45D-4C88-BC47-77EF342FE73A}" type="parTrans" cxnId="{79C9DF7D-3AAE-413A-8372-C9F7334BB0FE}">
      <dgm:prSet/>
      <dgm:spPr/>
      <dgm:t>
        <a:bodyPr/>
        <a:lstStyle/>
        <a:p>
          <a:endParaRPr lang="en-US"/>
        </a:p>
      </dgm:t>
    </dgm:pt>
    <dgm:pt modelId="{BC8710D1-17F9-4DD7-A5CA-B45F47308399}" type="sibTrans" cxnId="{79C9DF7D-3AAE-413A-8372-C9F7334BB0FE}">
      <dgm:prSet/>
      <dgm:spPr/>
      <dgm:t>
        <a:bodyPr/>
        <a:lstStyle/>
        <a:p>
          <a:endParaRPr lang="en-US"/>
        </a:p>
      </dgm:t>
    </dgm:pt>
    <dgm:pt modelId="{BB9336A6-08B9-41A7-9247-3A7D2C20ADBB}" type="pres">
      <dgm:prSet presAssocID="{79B51A3B-DBFF-4251-B12B-ED1F75476AFD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5027D559-82C4-4238-BB7D-03652B61EA8B}" type="pres">
      <dgm:prSet presAssocID="{5D228C5E-D554-4CD6-97CA-37D64464C0B5}" presName="horFlow" presStyleCnt="0"/>
      <dgm:spPr/>
    </dgm:pt>
    <dgm:pt modelId="{F6E7DD3D-E1FA-46E1-B12C-1679ECB8CE3D}" type="pres">
      <dgm:prSet presAssocID="{5D228C5E-D554-4CD6-97CA-37D64464C0B5}" presName="bigChev" presStyleLbl="node1" presStyleIdx="0" presStyleCnt="4"/>
      <dgm:spPr/>
    </dgm:pt>
    <dgm:pt modelId="{2E1AA374-F491-4D0A-BF5D-3B75568E17A2}" type="pres">
      <dgm:prSet presAssocID="{5D228C5E-D554-4CD6-97CA-37D64464C0B5}" presName="vSp" presStyleCnt="0"/>
      <dgm:spPr/>
    </dgm:pt>
    <dgm:pt modelId="{CAF5D6EB-009E-4A9C-8F9B-6BD7A3459B2A}" type="pres">
      <dgm:prSet presAssocID="{F4381AC7-BF95-49D0-91CB-C95EE468FB51}" presName="horFlow" presStyleCnt="0"/>
      <dgm:spPr/>
    </dgm:pt>
    <dgm:pt modelId="{8E744CD5-AB59-4A80-93B4-15AB244C8D28}" type="pres">
      <dgm:prSet presAssocID="{F4381AC7-BF95-49D0-91CB-C95EE468FB51}" presName="bigChev" presStyleLbl="node1" presStyleIdx="1" presStyleCnt="4"/>
      <dgm:spPr/>
    </dgm:pt>
    <dgm:pt modelId="{8EAC9702-B1E2-45F2-8854-02F9D91A6453}" type="pres">
      <dgm:prSet presAssocID="{F4381AC7-BF95-49D0-91CB-C95EE468FB51}" presName="vSp" presStyleCnt="0"/>
      <dgm:spPr/>
    </dgm:pt>
    <dgm:pt modelId="{8C6916A4-FB5F-4308-8C6B-81DA64D8100C}" type="pres">
      <dgm:prSet presAssocID="{64C57B13-C727-43CB-AE9B-78F81D9570F2}" presName="horFlow" presStyleCnt="0"/>
      <dgm:spPr/>
    </dgm:pt>
    <dgm:pt modelId="{A6B09788-67C0-47DE-B51D-5EB891FD086B}" type="pres">
      <dgm:prSet presAssocID="{64C57B13-C727-43CB-AE9B-78F81D9570F2}" presName="bigChev" presStyleLbl="node1" presStyleIdx="2" presStyleCnt="4"/>
      <dgm:spPr/>
    </dgm:pt>
    <dgm:pt modelId="{214E2AE8-A693-4A6B-A5AC-BB2C37D5A96D}" type="pres">
      <dgm:prSet presAssocID="{64C57B13-C727-43CB-AE9B-78F81D9570F2}" presName="vSp" presStyleCnt="0"/>
      <dgm:spPr/>
    </dgm:pt>
    <dgm:pt modelId="{2CF112B1-7FFE-44D9-9235-FF73FEA91366}" type="pres">
      <dgm:prSet presAssocID="{4B6A7CE8-EC76-42E8-AE46-DA7C9A8ADBBE}" presName="horFlow" presStyleCnt="0"/>
      <dgm:spPr/>
    </dgm:pt>
    <dgm:pt modelId="{F1FF9973-EB13-4ADB-88CE-5F662D693796}" type="pres">
      <dgm:prSet presAssocID="{4B6A7CE8-EC76-42E8-AE46-DA7C9A8ADBBE}" presName="bigChev" presStyleLbl="node1" presStyleIdx="3" presStyleCnt="4"/>
      <dgm:spPr/>
    </dgm:pt>
  </dgm:ptLst>
  <dgm:cxnLst>
    <dgm:cxn modelId="{A9A0F119-EFF6-4AFD-8FC0-D941A62CE7F4}" type="presOf" srcId="{79B51A3B-DBFF-4251-B12B-ED1F75476AFD}" destId="{BB9336A6-08B9-41A7-9247-3A7D2C20ADBB}" srcOrd="0" destOrd="0" presId="urn:microsoft.com/office/officeart/2005/8/layout/lProcess3"/>
    <dgm:cxn modelId="{1E07CE34-AEAE-4944-B2B4-935CB3144D4C}" srcId="{79B51A3B-DBFF-4251-B12B-ED1F75476AFD}" destId="{64C57B13-C727-43CB-AE9B-78F81D9570F2}" srcOrd="2" destOrd="0" parTransId="{D6E5A8CC-1AA3-4861-86F1-BA935D117B54}" sibTransId="{468A162C-717B-409B-BF9D-AA5ECC03D1AE}"/>
    <dgm:cxn modelId="{8A6AFB5E-48B2-46E6-99A5-CFC3963293D9}" srcId="{79B51A3B-DBFF-4251-B12B-ED1F75476AFD}" destId="{F4381AC7-BF95-49D0-91CB-C95EE468FB51}" srcOrd="1" destOrd="0" parTransId="{933664C4-27CE-4E58-AD7A-C7FBAC9612B5}" sibTransId="{C6784177-AAE8-4D0E-B329-BEBD59992A71}"/>
    <dgm:cxn modelId="{8F8EE165-7590-4550-9F9F-4F2EC74F813E}" type="presOf" srcId="{64C57B13-C727-43CB-AE9B-78F81D9570F2}" destId="{A6B09788-67C0-47DE-B51D-5EB891FD086B}" srcOrd="0" destOrd="0" presId="urn:microsoft.com/office/officeart/2005/8/layout/lProcess3"/>
    <dgm:cxn modelId="{79C9DF7D-3AAE-413A-8372-C9F7334BB0FE}" srcId="{79B51A3B-DBFF-4251-B12B-ED1F75476AFD}" destId="{4B6A7CE8-EC76-42E8-AE46-DA7C9A8ADBBE}" srcOrd="3" destOrd="0" parTransId="{2BF2D972-F45D-4C88-BC47-77EF342FE73A}" sibTransId="{BC8710D1-17F9-4DD7-A5CA-B45F47308399}"/>
    <dgm:cxn modelId="{E26DB682-97E0-4F43-BE3A-61B01F7473ED}" type="presOf" srcId="{5D228C5E-D554-4CD6-97CA-37D64464C0B5}" destId="{F6E7DD3D-E1FA-46E1-B12C-1679ECB8CE3D}" srcOrd="0" destOrd="0" presId="urn:microsoft.com/office/officeart/2005/8/layout/lProcess3"/>
    <dgm:cxn modelId="{D318878E-4243-4324-8099-D683F690FD39}" type="presOf" srcId="{F4381AC7-BF95-49D0-91CB-C95EE468FB51}" destId="{8E744CD5-AB59-4A80-93B4-15AB244C8D28}" srcOrd="0" destOrd="0" presId="urn:microsoft.com/office/officeart/2005/8/layout/lProcess3"/>
    <dgm:cxn modelId="{8A49BDC2-513B-4E00-B125-2574BBD03A03}" type="presOf" srcId="{4B6A7CE8-EC76-42E8-AE46-DA7C9A8ADBBE}" destId="{F1FF9973-EB13-4ADB-88CE-5F662D693796}" srcOrd="0" destOrd="0" presId="urn:microsoft.com/office/officeart/2005/8/layout/lProcess3"/>
    <dgm:cxn modelId="{775B95DB-2ADF-4CB3-94EE-A154AC1EE9BC}" srcId="{79B51A3B-DBFF-4251-B12B-ED1F75476AFD}" destId="{5D228C5E-D554-4CD6-97CA-37D64464C0B5}" srcOrd="0" destOrd="0" parTransId="{7B99BBAE-A23F-4126-AE1F-B5AAC2BBE4D3}" sibTransId="{6C042C18-E79B-40E1-867A-83C50AEC8E87}"/>
    <dgm:cxn modelId="{4FA39CA3-3385-412B-A9C9-42B68806550B}" type="presParOf" srcId="{BB9336A6-08B9-41A7-9247-3A7D2C20ADBB}" destId="{5027D559-82C4-4238-BB7D-03652B61EA8B}" srcOrd="0" destOrd="0" presId="urn:microsoft.com/office/officeart/2005/8/layout/lProcess3"/>
    <dgm:cxn modelId="{B38D88FF-77A2-41B2-B490-EE230B48EF0A}" type="presParOf" srcId="{5027D559-82C4-4238-BB7D-03652B61EA8B}" destId="{F6E7DD3D-E1FA-46E1-B12C-1679ECB8CE3D}" srcOrd="0" destOrd="0" presId="urn:microsoft.com/office/officeart/2005/8/layout/lProcess3"/>
    <dgm:cxn modelId="{371B6E6C-E7B2-404A-AE2F-6CA4C3DE4876}" type="presParOf" srcId="{BB9336A6-08B9-41A7-9247-3A7D2C20ADBB}" destId="{2E1AA374-F491-4D0A-BF5D-3B75568E17A2}" srcOrd="1" destOrd="0" presId="urn:microsoft.com/office/officeart/2005/8/layout/lProcess3"/>
    <dgm:cxn modelId="{FA5DBBAB-373C-4E50-8C54-4C9EADB5EFCD}" type="presParOf" srcId="{BB9336A6-08B9-41A7-9247-3A7D2C20ADBB}" destId="{CAF5D6EB-009E-4A9C-8F9B-6BD7A3459B2A}" srcOrd="2" destOrd="0" presId="urn:microsoft.com/office/officeart/2005/8/layout/lProcess3"/>
    <dgm:cxn modelId="{497A1F3C-8CC5-4E57-9DB3-6FB69129F423}" type="presParOf" srcId="{CAF5D6EB-009E-4A9C-8F9B-6BD7A3459B2A}" destId="{8E744CD5-AB59-4A80-93B4-15AB244C8D28}" srcOrd="0" destOrd="0" presId="urn:microsoft.com/office/officeart/2005/8/layout/lProcess3"/>
    <dgm:cxn modelId="{CAA74A14-9587-419F-B934-E6ECDA962D95}" type="presParOf" srcId="{BB9336A6-08B9-41A7-9247-3A7D2C20ADBB}" destId="{8EAC9702-B1E2-45F2-8854-02F9D91A6453}" srcOrd="3" destOrd="0" presId="urn:microsoft.com/office/officeart/2005/8/layout/lProcess3"/>
    <dgm:cxn modelId="{B3399C4D-1950-435F-9973-22D7FA4B0DB4}" type="presParOf" srcId="{BB9336A6-08B9-41A7-9247-3A7D2C20ADBB}" destId="{8C6916A4-FB5F-4308-8C6B-81DA64D8100C}" srcOrd="4" destOrd="0" presId="urn:microsoft.com/office/officeart/2005/8/layout/lProcess3"/>
    <dgm:cxn modelId="{B3A1F0CC-30D4-4D1F-8987-D4F5DCD24E81}" type="presParOf" srcId="{8C6916A4-FB5F-4308-8C6B-81DA64D8100C}" destId="{A6B09788-67C0-47DE-B51D-5EB891FD086B}" srcOrd="0" destOrd="0" presId="urn:microsoft.com/office/officeart/2005/8/layout/lProcess3"/>
    <dgm:cxn modelId="{0C54B99A-F388-4594-A322-FE2FBE848A6A}" type="presParOf" srcId="{BB9336A6-08B9-41A7-9247-3A7D2C20ADBB}" destId="{214E2AE8-A693-4A6B-A5AC-BB2C37D5A96D}" srcOrd="5" destOrd="0" presId="urn:microsoft.com/office/officeart/2005/8/layout/lProcess3"/>
    <dgm:cxn modelId="{AA96E1CD-0585-4117-AC5B-C6E0F58EB96C}" type="presParOf" srcId="{BB9336A6-08B9-41A7-9247-3A7D2C20ADBB}" destId="{2CF112B1-7FFE-44D9-9235-FF73FEA91366}" srcOrd="6" destOrd="0" presId="urn:microsoft.com/office/officeart/2005/8/layout/lProcess3"/>
    <dgm:cxn modelId="{82B162FE-8374-491B-A360-AC142422CBAA}" type="presParOf" srcId="{2CF112B1-7FFE-44D9-9235-FF73FEA91366}" destId="{F1FF9973-EB13-4ADB-88CE-5F662D693796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AEB9E5E-D48A-4213-B75B-1AA7B78C04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97E9C76-3204-4D56-8EDE-65F3D80C170F}">
      <dgm:prSet/>
      <dgm:spPr/>
      <dgm:t>
        <a:bodyPr/>
        <a:lstStyle/>
        <a:p>
          <a:r>
            <a:rPr lang="en-US"/>
            <a:t>n8n_db – DB sistem n8n (Postgres 16)</a:t>
          </a:r>
        </a:p>
      </dgm:t>
    </dgm:pt>
    <dgm:pt modelId="{0312A0D8-0F78-4B42-A9DD-311934CDB889}" type="parTrans" cxnId="{64104360-5D4D-4540-A46D-C3D948A22352}">
      <dgm:prSet/>
      <dgm:spPr/>
      <dgm:t>
        <a:bodyPr/>
        <a:lstStyle/>
        <a:p>
          <a:endParaRPr lang="en-US"/>
        </a:p>
      </dgm:t>
    </dgm:pt>
    <dgm:pt modelId="{53A366AC-CAEF-426B-8319-F4E9D77EC7AA}" type="sibTrans" cxnId="{64104360-5D4D-4540-A46D-C3D948A22352}">
      <dgm:prSet/>
      <dgm:spPr/>
      <dgm:t>
        <a:bodyPr/>
        <a:lstStyle/>
        <a:p>
          <a:endParaRPr lang="en-US"/>
        </a:p>
      </dgm:t>
    </dgm:pt>
    <dgm:pt modelId="{A4D0B40E-96E6-446D-A693-C7721DF62F54}">
      <dgm:prSet/>
      <dgm:spPr/>
      <dgm:t>
        <a:bodyPr/>
        <a:lstStyle/>
        <a:p>
          <a:r>
            <a:rPr lang="en-US" dirty="0" err="1"/>
            <a:t>project_db</a:t>
          </a:r>
          <a:r>
            <a:rPr lang="en-US" dirty="0"/>
            <a:t> – DB </a:t>
          </a:r>
          <a:r>
            <a:rPr lang="en-US" dirty="0" err="1"/>
            <a:t>proiect</a:t>
          </a:r>
          <a:r>
            <a:rPr lang="en-US" dirty="0"/>
            <a:t> (</a:t>
          </a:r>
          <a:r>
            <a:rPr lang="en-US" dirty="0" err="1"/>
            <a:t>pgvector</a:t>
          </a:r>
          <a:r>
            <a:rPr lang="en-US" dirty="0"/>
            <a:t>, </a:t>
          </a:r>
          <a:r>
            <a:rPr lang="en-US" dirty="0" err="1"/>
            <a:t>preferințe</a:t>
          </a:r>
          <a:r>
            <a:rPr lang="en-US" dirty="0"/>
            <a:t>)</a:t>
          </a:r>
        </a:p>
      </dgm:t>
    </dgm:pt>
    <dgm:pt modelId="{14717291-D2D0-4E4D-BC52-A79650F56D67}" type="parTrans" cxnId="{C127C8B7-9F59-494C-BCF7-535C5AA48BC3}">
      <dgm:prSet/>
      <dgm:spPr/>
      <dgm:t>
        <a:bodyPr/>
        <a:lstStyle/>
        <a:p>
          <a:endParaRPr lang="en-US"/>
        </a:p>
      </dgm:t>
    </dgm:pt>
    <dgm:pt modelId="{B531833E-8FA5-4EDF-848A-5AFE4BFACC75}" type="sibTrans" cxnId="{C127C8B7-9F59-494C-BCF7-535C5AA48BC3}">
      <dgm:prSet/>
      <dgm:spPr/>
      <dgm:t>
        <a:bodyPr/>
        <a:lstStyle/>
        <a:p>
          <a:endParaRPr lang="en-US"/>
        </a:p>
      </dgm:t>
    </dgm:pt>
    <dgm:pt modelId="{91B4A635-B844-4165-AB8B-0DD8B9A87C92}">
      <dgm:prSet/>
      <dgm:spPr/>
      <dgm:t>
        <a:bodyPr/>
        <a:lstStyle/>
        <a:p>
          <a:r>
            <a:rPr lang="en-US"/>
            <a:t>n8n – Orchestrator automatizare (port 5678)</a:t>
          </a:r>
        </a:p>
      </dgm:t>
    </dgm:pt>
    <dgm:pt modelId="{7967E600-4178-4368-9C11-EF57FEC4588A}" type="parTrans" cxnId="{A7AF76EF-D0A3-4BBB-80A5-164E73704684}">
      <dgm:prSet/>
      <dgm:spPr/>
      <dgm:t>
        <a:bodyPr/>
        <a:lstStyle/>
        <a:p>
          <a:endParaRPr lang="en-US"/>
        </a:p>
      </dgm:t>
    </dgm:pt>
    <dgm:pt modelId="{B2FA05DB-C653-41AE-8E9D-2A620BA504C2}" type="sibTrans" cxnId="{A7AF76EF-D0A3-4BBB-80A5-164E73704684}">
      <dgm:prSet/>
      <dgm:spPr/>
      <dgm:t>
        <a:bodyPr/>
        <a:lstStyle/>
        <a:p>
          <a:endParaRPr lang="en-US"/>
        </a:p>
      </dgm:t>
    </dgm:pt>
    <dgm:pt modelId="{5B5C8057-F284-4524-AD3F-C795A84DEECF}">
      <dgm:prSet/>
      <dgm:spPr/>
      <dgm:t>
        <a:bodyPr/>
        <a:lstStyle/>
        <a:p>
          <a:r>
            <a:rPr lang="en-US"/>
            <a:t>ollama – Runtime AI (port 11434, volum persistent)</a:t>
          </a:r>
        </a:p>
      </dgm:t>
    </dgm:pt>
    <dgm:pt modelId="{9F7389F0-F129-4A17-A7C8-A7796E40D527}" type="parTrans" cxnId="{5B93FB8A-6625-44E8-92E0-9CDD8FFCDEA1}">
      <dgm:prSet/>
      <dgm:spPr/>
      <dgm:t>
        <a:bodyPr/>
        <a:lstStyle/>
        <a:p>
          <a:endParaRPr lang="en-US"/>
        </a:p>
      </dgm:t>
    </dgm:pt>
    <dgm:pt modelId="{52E47D41-3AB1-4715-AF72-8712093EE5D1}" type="sibTrans" cxnId="{5B93FB8A-6625-44E8-92E0-9CDD8FFCDEA1}">
      <dgm:prSet/>
      <dgm:spPr/>
      <dgm:t>
        <a:bodyPr/>
        <a:lstStyle/>
        <a:p>
          <a:endParaRPr lang="en-US"/>
        </a:p>
      </dgm:t>
    </dgm:pt>
    <dgm:pt modelId="{9C240B8A-B29A-4A9D-B918-084AE09F3549}">
      <dgm:prSet/>
      <dgm:spPr/>
      <dgm:t>
        <a:bodyPr/>
        <a:lstStyle/>
        <a:p>
          <a:r>
            <a:rPr lang="en-US"/>
            <a:t>model-puller – Descărcare automată model</a:t>
          </a:r>
        </a:p>
      </dgm:t>
    </dgm:pt>
    <dgm:pt modelId="{330AD592-B18F-46D9-AB33-69EE0A07FAB1}" type="parTrans" cxnId="{7C15740C-9469-4B05-B1CE-2EEF7305A244}">
      <dgm:prSet/>
      <dgm:spPr/>
      <dgm:t>
        <a:bodyPr/>
        <a:lstStyle/>
        <a:p>
          <a:endParaRPr lang="en-US"/>
        </a:p>
      </dgm:t>
    </dgm:pt>
    <dgm:pt modelId="{6ED5015C-A665-49B6-AB44-E1FC3B492005}" type="sibTrans" cxnId="{7C15740C-9469-4B05-B1CE-2EEF7305A244}">
      <dgm:prSet/>
      <dgm:spPr/>
      <dgm:t>
        <a:bodyPr/>
        <a:lstStyle/>
        <a:p>
          <a:endParaRPr lang="en-US"/>
        </a:p>
      </dgm:t>
    </dgm:pt>
    <dgm:pt modelId="{B72FD78D-2573-45B4-BE27-111C7A167CBC}">
      <dgm:prSet/>
      <dgm:spPr/>
      <dgm:t>
        <a:bodyPr/>
        <a:lstStyle/>
        <a:p>
          <a:r>
            <a:rPr lang="en-US"/>
            <a:t>ngrok – Expunere webhook n8n (Telegram API)</a:t>
          </a:r>
        </a:p>
      </dgm:t>
    </dgm:pt>
    <dgm:pt modelId="{7F0A28CE-0A00-4B6A-9AD0-672E61D734FE}" type="parTrans" cxnId="{F5147DB9-2920-4008-B1EB-B875A2C8C48F}">
      <dgm:prSet/>
      <dgm:spPr/>
      <dgm:t>
        <a:bodyPr/>
        <a:lstStyle/>
        <a:p>
          <a:endParaRPr lang="en-US"/>
        </a:p>
      </dgm:t>
    </dgm:pt>
    <dgm:pt modelId="{F53F6831-6425-47E0-8676-421817736663}" type="sibTrans" cxnId="{F5147DB9-2920-4008-B1EB-B875A2C8C48F}">
      <dgm:prSet/>
      <dgm:spPr/>
      <dgm:t>
        <a:bodyPr/>
        <a:lstStyle/>
        <a:p>
          <a:endParaRPr lang="en-US"/>
        </a:p>
      </dgm:t>
    </dgm:pt>
    <dgm:pt modelId="{AE7B64BD-6200-433D-B09D-AF74265FC0B8}" type="pres">
      <dgm:prSet presAssocID="{7AEB9E5E-D48A-4213-B75B-1AA7B78C0428}" presName="linear" presStyleCnt="0">
        <dgm:presLayoutVars>
          <dgm:animLvl val="lvl"/>
          <dgm:resizeHandles val="exact"/>
        </dgm:presLayoutVars>
      </dgm:prSet>
      <dgm:spPr/>
    </dgm:pt>
    <dgm:pt modelId="{2CFAE3E6-3763-4D21-BF2B-6C4E577B2132}" type="pres">
      <dgm:prSet presAssocID="{697E9C76-3204-4D56-8EDE-65F3D80C170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DC6D43B-127D-44EF-AD86-7DA446B5F395}" type="pres">
      <dgm:prSet presAssocID="{53A366AC-CAEF-426B-8319-F4E9D77EC7AA}" presName="spacer" presStyleCnt="0"/>
      <dgm:spPr/>
    </dgm:pt>
    <dgm:pt modelId="{5593F570-96F4-430C-AE3C-CEC308D47287}" type="pres">
      <dgm:prSet presAssocID="{A4D0B40E-96E6-446D-A693-C7721DF62F5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BB1606F-2C86-4AD6-82F1-2C4B8BB8A38C}" type="pres">
      <dgm:prSet presAssocID="{B531833E-8FA5-4EDF-848A-5AFE4BFACC75}" presName="spacer" presStyleCnt="0"/>
      <dgm:spPr/>
    </dgm:pt>
    <dgm:pt modelId="{4F2F2264-6430-455C-996F-30A0529D52D6}" type="pres">
      <dgm:prSet presAssocID="{91B4A635-B844-4165-AB8B-0DD8B9A87C9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A2389F4-082A-46F8-8034-A1C0BD1E8287}" type="pres">
      <dgm:prSet presAssocID="{B2FA05DB-C653-41AE-8E9D-2A620BA504C2}" presName="spacer" presStyleCnt="0"/>
      <dgm:spPr/>
    </dgm:pt>
    <dgm:pt modelId="{8C48B555-9CCC-461E-93EE-87AAC24FAEA1}" type="pres">
      <dgm:prSet presAssocID="{5B5C8057-F284-4524-AD3F-C795A84DEEC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D2A598B-F597-4BD6-818D-EE7251DD0229}" type="pres">
      <dgm:prSet presAssocID="{52E47D41-3AB1-4715-AF72-8712093EE5D1}" presName="spacer" presStyleCnt="0"/>
      <dgm:spPr/>
    </dgm:pt>
    <dgm:pt modelId="{56FB0B66-B914-428A-80DA-13A4DEA4C69F}" type="pres">
      <dgm:prSet presAssocID="{9C240B8A-B29A-4A9D-B918-084AE09F354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76A1053-5E8F-4CC9-8D1A-3B65C0740E59}" type="pres">
      <dgm:prSet presAssocID="{6ED5015C-A665-49B6-AB44-E1FC3B492005}" presName="spacer" presStyleCnt="0"/>
      <dgm:spPr/>
    </dgm:pt>
    <dgm:pt modelId="{08A4A495-C483-47B2-9FB9-EA12B81562E5}" type="pres">
      <dgm:prSet presAssocID="{B72FD78D-2573-45B4-BE27-111C7A167CB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C15740C-9469-4B05-B1CE-2EEF7305A244}" srcId="{7AEB9E5E-D48A-4213-B75B-1AA7B78C0428}" destId="{9C240B8A-B29A-4A9D-B918-084AE09F3549}" srcOrd="4" destOrd="0" parTransId="{330AD592-B18F-46D9-AB33-69EE0A07FAB1}" sibTransId="{6ED5015C-A665-49B6-AB44-E1FC3B492005}"/>
    <dgm:cxn modelId="{64104360-5D4D-4540-A46D-C3D948A22352}" srcId="{7AEB9E5E-D48A-4213-B75B-1AA7B78C0428}" destId="{697E9C76-3204-4D56-8EDE-65F3D80C170F}" srcOrd="0" destOrd="0" parTransId="{0312A0D8-0F78-4B42-A9DD-311934CDB889}" sibTransId="{53A366AC-CAEF-426B-8319-F4E9D77EC7AA}"/>
    <dgm:cxn modelId="{E20F056F-80F7-4BB7-8F84-8C5251B63A5F}" type="presOf" srcId="{7AEB9E5E-D48A-4213-B75B-1AA7B78C0428}" destId="{AE7B64BD-6200-433D-B09D-AF74265FC0B8}" srcOrd="0" destOrd="0" presId="urn:microsoft.com/office/officeart/2005/8/layout/vList2"/>
    <dgm:cxn modelId="{C7493A52-7FDB-4DA3-8EFF-47633741D22D}" type="presOf" srcId="{A4D0B40E-96E6-446D-A693-C7721DF62F54}" destId="{5593F570-96F4-430C-AE3C-CEC308D47287}" srcOrd="0" destOrd="0" presId="urn:microsoft.com/office/officeart/2005/8/layout/vList2"/>
    <dgm:cxn modelId="{5B93FB8A-6625-44E8-92E0-9CDD8FFCDEA1}" srcId="{7AEB9E5E-D48A-4213-B75B-1AA7B78C0428}" destId="{5B5C8057-F284-4524-AD3F-C795A84DEECF}" srcOrd="3" destOrd="0" parTransId="{9F7389F0-F129-4A17-A7C8-A7796E40D527}" sibTransId="{52E47D41-3AB1-4715-AF72-8712093EE5D1}"/>
    <dgm:cxn modelId="{9FB47BAD-5226-4A43-BDA8-E12D105C4A65}" type="presOf" srcId="{B72FD78D-2573-45B4-BE27-111C7A167CBC}" destId="{08A4A495-C483-47B2-9FB9-EA12B81562E5}" srcOrd="0" destOrd="0" presId="urn:microsoft.com/office/officeart/2005/8/layout/vList2"/>
    <dgm:cxn modelId="{C127C8B7-9F59-494C-BCF7-535C5AA48BC3}" srcId="{7AEB9E5E-D48A-4213-B75B-1AA7B78C0428}" destId="{A4D0B40E-96E6-446D-A693-C7721DF62F54}" srcOrd="1" destOrd="0" parTransId="{14717291-D2D0-4E4D-BC52-A79650F56D67}" sibTransId="{B531833E-8FA5-4EDF-848A-5AFE4BFACC75}"/>
    <dgm:cxn modelId="{F5147DB9-2920-4008-B1EB-B875A2C8C48F}" srcId="{7AEB9E5E-D48A-4213-B75B-1AA7B78C0428}" destId="{B72FD78D-2573-45B4-BE27-111C7A167CBC}" srcOrd="5" destOrd="0" parTransId="{7F0A28CE-0A00-4B6A-9AD0-672E61D734FE}" sibTransId="{F53F6831-6425-47E0-8676-421817736663}"/>
    <dgm:cxn modelId="{83444EC2-833D-4E4D-BC1C-DC65CA566A89}" type="presOf" srcId="{91B4A635-B844-4165-AB8B-0DD8B9A87C92}" destId="{4F2F2264-6430-455C-996F-30A0529D52D6}" srcOrd="0" destOrd="0" presId="urn:microsoft.com/office/officeart/2005/8/layout/vList2"/>
    <dgm:cxn modelId="{738462EB-78DB-4B5F-B1B4-20814C4923B9}" type="presOf" srcId="{5B5C8057-F284-4524-AD3F-C795A84DEECF}" destId="{8C48B555-9CCC-461E-93EE-87AAC24FAEA1}" srcOrd="0" destOrd="0" presId="urn:microsoft.com/office/officeart/2005/8/layout/vList2"/>
    <dgm:cxn modelId="{A7AF76EF-D0A3-4BBB-80A5-164E73704684}" srcId="{7AEB9E5E-D48A-4213-B75B-1AA7B78C0428}" destId="{91B4A635-B844-4165-AB8B-0DD8B9A87C92}" srcOrd="2" destOrd="0" parTransId="{7967E600-4178-4368-9C11-EF57FEC4588A}" sibTransId="{B2FA05DB-C653-41AE-8E9D-2A620BA504C2}"/>
    <dgm:cxn modelId="{9A547AFD-218B-4AD6-AEF3-98212BED781B}" type="presOf" srcId="{9C240B8A-B29A-4A9D-B918-084AE09F3549}" destId="{56FB0B66-B914-428A-80DA-13A4DEA4C69F}" srcOrd="0" destOrd="0" presId="urn:microsoft.com/office/officeart/2005/8/layout/vList2"/>
    <dgm:cxn modelId="{22453DFF-EF0F-428A-B05E-ED6CD31A88DC}" type="presOf" srcId="{697E9C76-3204-4D56-8EDE-65F3D80C170F}" destId="{2CFAE3E6-3763-4D21-BF2B-6C4E577B2132}" srcOrd="0" destOrd="0" presId="urn:microsoft.com/office/officeart/2005/8/layout/vList2"/>
    <dgm:cxn modelId="{DF8C0E84-4334-457A-82E0-C5ED81904076}" type="presParOf" srcId="{AE7B64BD-6200-433D-B09D-AF74265FC0B8}" destId="{2CFAE3E6-3763-4D21-BF2B-6C4E577B2132}" srcOrd="0" destOrd="0" presId="urn:microsoft.com/office/officeart/2005/8/layout/vList2"/>
    <dgm:cxn modelId="{ADE10D87-7933-4C31-B5C4-D568862B6996}" type="presParOf" srcId="{AE7B64BD-6200-433D-B09D-AF74265FC0B8}" destId="{3DC6D43B-127D-44EF-AD86-7DA446B5F395}" srcOrd="1" destOrd="0" presId="urn:microsoft.com/office/officeart/2005/8/layout/vList2"/>
    <dgm:cxn modelId="{5AA8E470-7CC7-451C-AF4C-FEB4394E54D9}" type="presParOf" srcId="{AE7B64BD-6200-433D-B09D-AF74265FC0B8}" destId="{5593F570-96F4-430C-AE3C-CEC308D47287}" srcOrd="2" destOrd="0" presId="urn:microsoft.com/office/officeart/2005/8/layout/vList2"/>
    <dgm:cxn modelId="{95BC1E84-29E8-4BF2-A921-FCB4A9F40F8B}" type="presParOf" srcId="{AE7B64BD-6200-433D-B09D-AF74265FC0B8}" destId="{DBB1606F-2C86-4AD6-82F1-2C4B8BB8A38C}" srcOrd="3" destOrd="0" presId="urn:microsoft.com/office/officeart/2005/8/layout/vList2"/>
    <dgm:cxn modelId="{656558D5-CB55-4E98-A831-C458663422D0}" type="presParOf" srcId="{AE7B64BD-6200-433D-B09D-AF74265FC0B8}" destId="{4F2F2264-6430-455C-996F-30A0529D52D6}" srcOrd="4" destOrd="0" presId="urn:microsoft.com/office/officeart/2005/8/layout/vList2"/>
    <dgm:cxn modelId="{6115B4E9-7B0C-4DC3-9070-FCD19CDAD3D9}" type="presParOf" srcId="{AE7B64BD-6200-433D-B09D-AF74265FC0B8}" destId="{1A2389F4-082A-46F8-8034-A1C0BD1E8287}" srcOrd="5" destOrd="0" presId="urn:microsoft.com/office/officeart/2005/8/layout/vList2"/>
    <dgm:cxn modelId="{7BE7D23C-15EE-47CA-A3A9-9C0DA1AC812B}" type="presParOf" srcId="{AE7B64BD-6200-433D-B09D-AF74265FC0B8}" destId="{8C48B555-9CCC-461E-93EE-87AAC24FAEA1}" srcOrd="6" destOrd="0" presId="urn:microsoft.com/office/officeart/2005/8/layout/vList2"/>
    <dgm:cxn modelId="{28F107F7-64B6-43CB-82AB-700981D16991}" type="presParOf" srcId="{AE7B64BD-6200-433D-B09D-AF74265FC0B8}" destId="{5D2A598B-F597-4BD6-818D-EE7251DD0229}" srcOrd="7" destOrd="0" presId="urn:microsoft.com/office/officeart/2005/8/layout/vList2"/>
    <dgm:cxn modelId="{E6FF0E9B-945B-4FC1-9999-07525711E6E1}" type="presParOf" srcId="{AE7B64BD-6200-433D-B09D-AF74265FC0B8}" destId="{56FB0B66-B914-428A-80DA-13A4DEA4C69F}" srcOrd="8" destOrd="0" presId="urn:microsoft.com/office/officeart/2005/8/layout/vList2"/>
    <dgm:cxn modelId="{F78F8BD1-087A-4B76-B348-A7FC56B26BB1}" type="presParOf" srcId="{AE7B64BD-6200-433D-B09D-AF74265FC0B8}" destId="{176A1053-5E8F-4CC9-8D1A-3B65C0740E59}" srcOrd="9" destOrd="0" presId="urn:microsoft.com/office/officeart/2005/8/layout/vList2"/>
    <dgm:cxn modelId="{4E1BC566-B2B3-425A-8455-C42444B88CA1}" type="presParOf" srcId="{AE7B64BD-6200-433D-B09D-AF74265FC0B8}" destId="{08A4A495-C483-47B2-9FB9-EA12B81562E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60A6FB8-C609-4DCF-8727-4A78F8CFFF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60D144-5BDE-4BE0-91D3-241E1CBB64B9}">
      <dgm:prSet/>
      <dgm:spPr/>
      <dgm:t>
        <a:bodyPr/>
        <a:lstStyle/>
        <a:p>
          <a:r>
            <a:rPr lang="en-US"/>
            <a:t>/monitor add &lt;user_id&gt; [name]</a:t>
          </a:r>
        </a:p>
      </dgm:t>
    </dgm:pt>
    <dgm:pt modelId="{163CCC92-F329-4BA7-A688-4B115D49DDC4}" type="parTrans" cxnId="{0B7CFE49-44F0-40C7-9EA2-2E5C2A917068}">
      <dgm:prSet/>
      <dgm:spPr/>
      <dgm:t>
        <a:bodyPr/>
        <a:lstStyle/>
        <a:p>
          <a:endParaRPr lang="en-US"/>
        </a:p>
      </dgm:t>
    </dgm:pt>
    <dgm:pt modelId="{00C71BD4-0A9D-4AE2-BCE2-A9E8EA958A2C}" type="sibTrans" cxnId="{0B7CFE49-44F0-40C7-9EA2-2E5C2A917068}">
      <dgm:prSet/>
      <dgm:spPr/>
      <dgm:t>
        <a:bodyPr/>
        <a:lstStyle/>
        <a:p>
          <a:endParaRPr lang="en-US"/>
        </a:p>
      </dgm:t>
    </dgm:pt>
    <dgm:pt modelId="{7B94DE66-93AA-48AE-85F9-ACC8A8705EB4}">
      <dgm:prSet/>
      <dgm:spPr/>
      <dgm:t>
        <a:bodyPr/>
        <a:lstStyle/>
        <a:p>
          <a:r>
            <a:rPr lang="en-US"/>
            <a:t>/monitor del &lt;user_id&gt;</a:t>
          </a:r>
        </a:p>
      </dgm:t>
    </dgm:pt>
    <dgm:pt modelId="{83C1A680-A8C7-4957-A7D6-4F7A6D875DB7}" type="parTrans" cxnId="{2672E7C9-95BB-4CDE-AA90-87D882AD0BB6}">
      <dgm:prSet/>
      <dgm:spPr/>
      <dgm:t>
        <a:bodyPr/>
        <a:lstStyle/>
        <a:p>
          <a:endParaRPr lang="en-US"/>
        </a:p>
      </dgm:t>
    </dgm:pt>
    <dgm:pt modelId="{9DBABD7A-8922-4E7E-BAF0-42F964F62BCA}" type="sibTrans" cxnId="{2672E7C9-95BB-4CDE-AA90-87D882AD0BB6}">
      <dgm:prSet/>
      <dgm:spPr/>
      <dgm:t>
        <a:bodyPr/>
        <a:lstStyle/>
        <a:p>
          <a:endParaRPr lang="en-US"/>
        </a:p>
      </dgm:t>
    </dgm:pt>
    <dgm:pt modelId="{0B81FA69-1D40-40CB-B5DC-B7F3A1BE4ADA}">
      <dgm:prSet/>
      <dgm:spPr/>
      <dgm:t>
        <a:bodyPr/>
        <a:lstStyle/>
        <a:p>
          <a:r>
            <a:rPr lang="en-US"/>
            <a:t>/monitor sh | ls</a:t>
          </a:r>
        </a:p>
      </dgm:t>
    </dgm:pt>
    <dgm:pt modelId="{98C95781-27B4-467C-B39F-B26C81FBAAE4}" type="parTrans" cxnId="{36C9EE3F-BA2C-4AAB-AAAB-54C16EDAB49C}">
      <dgm:prSet/>
      <dgm:spPr/>
      <dgm:t>
        <a:bodyPr/>
        <a:lstStyle/>
        <a:p>
          <a:endParaRPr lang="en-US"/>
        </a:p>
      </dgm:t>
    </dgm:pt>
    <dgm:pt modelId="{F9587AA9-C04F-4C52-ACCE-AA0A3A556765}" type="sibTrans" cxnId="{36C9EE3F-BA2C-4AAB-AAAB-54C16EDAB49C}">
      <dgm:prSet/>
      <dgm:spPr/>
      <dgm:t>
        <a:bodyPr/>
        <a:lstStyle/>
        <a:p>
          <a:endParaRPr lang="en-US"/>
        </a:p>
      </dgm:t>
    </dgm:pt>
    <dgm:pt modelId="{C1885BB2-6324-4DF6-BE6A-A17E99114ACD}">
      <dgm:prSet/>
      <dgm:spPr/>
      <dgm:t>
        <a:bodyPr/>
        <a:lstStyle/>
        <a:p>
          <a:r>
            <a:rPr lang="en-US"/>
            <a:t>/pref set &lt;text&gt;</a:t>
          </a:r>
        </a:p>
      </dgm:t>
    </dgm:pt>
    <dgm:pt modelId="{AF6472C7-A75A-4B04-8A49-A38E02C98E3C}" type="parTrans" cxnId="{BBC03222-19BF-4A72-AB1C-C2A2F9FEA4B3}">
      <dgm:prSet/>
      <dgm:spPr/>
      <dgm:t>
        <a:bodyPr/>
        <a:lstStyle/>
        <a:p>
          <a:endParaRPr lang="en-US"/>
        </a:p>
      </dgm:t>
    </dgm:pt>
    <dgm:pt modelId="{35D30B60-6F8A-4536-AE57-0F18EFD541A0}" type="sibTrans" cxnId="{BBC03222-19BF-4A72-AB1C-C2A2F9FEA4B3}">
      <dgm:prSet/>
      <dgm:spPr/>
      <dgm:t>
        <a:bodyPr/>
        <a:lstStyle/>
        <a:p>
          <a:endParaRPr lang="en-US"/>
        </a:p>
      </dgm:t>
    </dgm:pt>
    <dgm:pt modelId="{B770C896-D1B3-4DDB-878F-00997110A19E}">
      <dgm:prSet/>
      <dgm:spPr/>
      <dgm:t>
        <a:bodyPr/>
        <a:lstStyle/>
        <a:p>
          <a:r>
            <a:rPr lang="en-US"/>
            <a:t>/pref del</a:t>
          </a:r>
        </a:p>
      </dgm:t>
    </dgm:pt>
    <dgm:pt modelId="{77093ED4-6192-4400-AEC5-296A2D24DB15}" type="parTrans" cxnId="{D3DF0836-C6EC-469F-91CF-E1B8FEBFF494}">
      <dgm:prSet/>
      <dgm:spPr/>
      <dgm:t>
        <a:bodyPr/>
        <a:lstStyle/>
        <a:p>
          <a:endParaRPr lang="en-US"/>
        </a:p>
      </dgm:t>
    </dgm:pt>
    <dgm:pt modelId="{1F404A32-7117-4A4D-A1ED-DD70C96B85B0}" type="sibTrans" cxnId="{D3DF0836-C6EC-469F-91CF-E1B8FEBFF494}">
      <dgm:prSet/>
      <dgm:spPr/>
      <dgm:t>
        <a:bodyPr/>
        <a:lstStyle/>
        <a:p>
          <a:endParaRPr lang="en-US"/>
        </a:p>
      </dgm:t>
    </dgm:pt>
    <dgm:pt modelId="{9316FA0B-E91F-42DE-BC4B-453D727DF5E0}">
      <dgm:prSet/>
      <dgm:spPr/>
      <dgm:t>
        <a:bodyPr/>
        <a:lstStyle/>
        <a:p>
          <a:r>
            <a:rPr lang="en-US"/>
            <a:t>/pref sh | ls</a:t>
          </a:r>
        </a:p>
      </dgm:t>
    </dgm:pt>
    <dgm:pt modelId="{5CBDB269-981A-4A05-9FE0-8B141DAB47A3}" type="parTrans" cxnId="{71FAE0B5-E31A-4922-BEC6-FA1243B1C133}">
      <dgm:prSet/>
      <dgm:spPr/>
      <dgm:t>
        <a:bodyPr/>
        <a:lstStyle/>
        <a:p>
          <a:endParaRPr lang="en-US"/>
        </a:p>
      </dgm:t>
    </dgm:pt>
    <dgm:pt modelId="{649DCB7C-A3C0-4886-AA4C-A284F19A505F}" type="sibTrans" cxnId="{71FAE0B5-E31A-4922-BEC6-FA1243B1C133}">
      <dgm:prSet/>
      <dgm:spPr/>
      <dgm:t>
        <a:bodyPr/>
        <a:lstStyle/>
        <a:p>
          <a:endParaRPr lang="en-US"/>
        </a:p>
      </dgm:t>
    </dgm:pt>
    <dgm:pt modelId="{4D38D427-EEF0-4817-A652-F7728152BAB4}" type="pres">
      <dgm:prSet presAssocID="{960A6FB8-C609-4DCF-8727-4A78F8CFFFEC}" presName="linear" presStyleCnt="0">
        <dgm:presLayoutVars>
          <dgm:animLvl val="lvl"/>
          <dgm:resizeHandles val="exact"/>
        </dgm:presLayoutVars>
      </dgm:prSet>
      <dgm:spPr/>
    </dgm:pt>
    <dgm:pt modelId="{83009CE9-45EC-4A5A-BF28-57174D28FC75}" type="pres">
      <dgm:prSet presAssocID="{E360D144-5BDE-4BE0-91D3-241E1CBB64B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AD8D0F3-F643-4F7F-9585-A74228071AF2}" type="pres">
      <dgm:prSet presAssocID="{00C71BD4-0A9D-4AE2-BCE2-A9E8EA958A2C}" presName="spacer" presStyleCnt="0"/>
      <dgm:spPr/>
    </dgm:pt>
    <dgm:pt modelId="{05D6249A-F30D-4895-945C-289384DE70AF}" type="pres">
      <dgm:prSet presAssocID="{7B94DE66-93AA-48AE-85F9-ACC8A8705EB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83F903F-546B-443D-8D9F-7130A54D3141}" type="pres">
      <dgm:prSet presAssocID="{9DBABD7A-8922-4E7E-BAF0-42F964F62BCA}" presName="spacer" presStyleCnt="0"/>
      <dgm:spPr/>
    </dgm:pt>
    <dgm:pt modelId="{8B17ADCB-D7A3-470F-BBAF-DEBBC1EBF009}" type="pres">
      <dgm:prSet presAssocID="{0B81FA69-1D40-40CB-B5DC-B7F3A1BE4AD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984948C-84B8-484E-9ED4-8181239CDA76}" type="pres">
      <dgm:prSet presAssocID="{F9587AA9-C04F-4C52-ACCE-AA0A3A556765}" presName="spacer" presStyleCnt="0"/>
      <dgm:spPr/>
    </dgm:pt>
    <dgm:pt modelId="{70769DD3-901A-446F-936F-E489C4347B34}" type="pres">
      <dgm:prSet presAssocID="{C1885BB2-6324-4DF6-BE6A-A17E99114AC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B347EF5-8F80-4EB2-9F15-780D47C96755}" type="pres">
      <dgm:prSet presAssocID="{35D30B60-6F8A-4536-AE57-0F18EFD541A0}" presName="spacer" presStyleCnt="0"/>
      <dgm:spPr/>
    </dgm:pt>
    <dgm:pt modelId="{0D4E5924-4B35-4D4C-BC76-1E2112FD19DF}" type="pres">
      <dgm:prSet presAssocID="{B770C896-D1B3-4DDB-878F-00997110A19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903B05D-60B3-4BC9-9C57-CBADD24F1064}" type="pres">
      <dgm:prSet presAssocID="{1F404A32-7117-4A4D-A1ED-DD70C96B85B0}" presName="spacer" presStyleCnt="0"/>
      <dgm:spPr/>
    </dgm:pt>
    <dgm:pt modelId="{1A8046D5-CFCC-4DE2-8C89-DE70479BF1BE}" type="pres">
      <dgm:prSet presAssocID="{9316FA0B-E91F-42DE-BC4B-453D727DF5E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BE19307-A4C8-48C0-9ABD-C9CE8AEF3A32}" type="presOf" srcId="{C1885BB2-6324-4DF6-BE6A-A17E99114ACD}" destId="{70769DD3-901A-446F-936F-E489C4347B34}" srcOrd="0" destOrd="0" presId="urn:microsoft.com/office/officeart/2005/8/layout/vList2"/>
    <dgm:cxn modelId="{BBC03222-19BF-4A72-AB1C-C2A2F9FEA4B3}" srcId="{960A6FB8-C609-4DCF-8727-4A78F8CFFFEC}" destId="{C1885BB2-6324-4DF6-BE6A-A17E99114ACD}" srcOrd="3" destOrd="0" parTransId="{AF6472C7-A75A-4B04-8A49-A38E02C98E3C}" sibTransId="{35D30B60-6F8A-4536-AE57-0F18EFD541A0}"/>
    <dgm:cxn modelId="{D3DF0836-C6EC-469F-91CF-E1B8FEBFF494}" srcId="{960A6FB8-C609-4DCF-8727-4A78F8CFFFEC}" destId="{B770C896-D1B3-4DDB-878F-00997110A19E}" srcOrd="4" destOrd="0" parTransId="{77093ED4-6192-4400-AEC5-296A2D24DB15}" sibTransId="{1F404A32-7117-4A4D-A1ED-DD70C96B85B0}"/>
    <dgm:cxn modelId="{36C9EE3F-BA2C-4AAB-AAAB-54C16EDAB49C}" srcId="{960A6FB8-C609-4DCF-8727-4A78F8CFFFEC}" destId="{0B81FA69-1D40-40CB-B5DC-B7F3A1BE4ADA}" srcOrd="2" destOrd="0" parTransId="{98C95781-27B4-467C-B39F-B26C81FBAAE4}" sibTransId="{F9587AA9-C04F-4C52-ACCE-AA0A3A556765}"/>
    <dgm:cxn modelId="{F9F53062-C5DD-45B1-B9A3-8D6B6E3518F0}" type="presOf" srcId="{960A6FB8-C609-4DCF-8727-4A78F8CFFFEC}" destId="{4D38D427-EEF0-4817-A652-F7728152BAB4}" srcOrd="0" destOrd="0" presId="urn:microsoft.com/office/officeart/2005/8/layout/vList2"/>
    <dgm:cxn modelId="{4E31D467-A8D8-4BFE-88F3-31F4E2DDE29E}" type="presOf" srcId="{9316FA0B-E91F-42DE-BC4B-453D727DF5E0}" destId="{1A8046D5-CFCC-4DE2-8C89-DE70479BF1BE}" srcOrd="0" destOrd="0" presId="urn:microsoft.com/office/officeart/2005/8/layout/vList2"/>
    <dgm:cxn modelId="{0B7CFE49-44F0-40C7-9EA2-2E5C2A917068}" srcId="{960A6FB8-C609-4DCF-8727-4A78F8CFFFEC}" destId="{E360D144-5BDE-4BE0-91D3-241E1CBB64B9}" srcOrd="0" destOrd="0" parTransId="{163CCC92-F329-4BA7-A688-4B115D49DDC4}" sibTransId="{00C71BD4-0A9D-4AE2-BCE2-A9E8EA958A2C}"/>
    <dgm:cxn modelId="{300DC682-39E0-4827-B6DC-61AEA75E09A6}" type="presOf" srcId="{7B94DE66-93AA-48AE-85F9-ACC8A8705EB4}" destId="{05D6249A-F30D-4895-945C-289384DE70AF}" srcOrd="0" destOrd="0" presId="urn:microsoft.com/office/officeart/2005/8/layout/vList2"/>
    <dgm:cxn modelId="{7B1BAFA4-2DAE-4538-BCBC-F0234295F275}" type="presOf" srcId="{0B81FA69-1D40-40CB-B5DC-B7F3A1BE4ADA}" destId="{8B17ADCB-D7A3-470F-BBAF-DEBBC1EBF009}" srcOrd="0" destOrd="0" presId="urn:microsoft.com/office/officeart/2005/8/layout/vList2"/>
    <dgm:cxn modelId="{4165D1A6-DDFC-44C1-A86D-FC23F22B6D9B}" type="presOf" srcId="{E360D144-5BDE-4BE0-91D3-241E1CBB64B9}" destId="{83009CE9-45EC-4A5A-BF28-57174D28FC75}" srcOrd="0" destOrd="0" presId="urn:microsoft.com/office/officeart/2005/8/layout/vList2"/>
    <dgm:cxn modelId="{71FAE0B5-E31A-4922-BEC6-FA1243B1C133}" srcId="{960A6FB8-C609-4DCF-8727-4A78F8CFFFEC}" destId="{9316FA0B-E91F-42DE-BC4B-453D727DF5E0}" srcOrd="5" destOrd="0" parTransId="{5CBDB269-981A-4A05-9FE0-8B141DAB47A3}" sibTransId="{649DCB7C-A3C0-4886-AA4C-A284F19A505F}"/>
    <dgm:cxn modelId="{0FE2D0BD-D3E1-4C0D-BA85-4B8B42D1A234}" type="presOf" srcId="{B770C896-D1B3-4DDB-878F-00997110A19E}" destId="{0D4E5924-4B35-4D4C-BC76-1E2112FD19DF}" srcOrd="0" destOrd="0" presId="urn:microsoft.com/office/officeart/2005/8/layout/vList2"/>
    <dgm:cxn modelId="{2672E7C9-95BB-4CDE-AA90-87D882AD0BB6}" srcId="{960A6FB8-C609-4DCF-8727-4A78F8CFFFEC}" destId="{7B94DE66-93AA-48AE-85F9-ACC8A8705EB4}" srcOrd="1" destOrd="0" parTransId="{83C1A680-A8C7-4957-A7D6-4F7A6D875DB7}" sibTransId="{9DBABD7A-8922-4E7E-BAF0-42F964F62BCA}"/>
    <dgm:cxn modelId="{C89FD873-A58D-4EA5-86D6-CC720A9060F4}" type="presParOf" srcId="{4D38D427-EEF0-4817-A652-F7728152BAB4}" destId="{83009CE9-45EC-4A5A-BF28-57174D28FC75}" srcOrd="0" destOrd="0" presId="urn:microsoft.com/office/officeart/2005/8/layout/vList2"/>
    <dgm:cxn modelId="{C5B3228F-DDA7-4BD5-9E83-729FCD40109D}" type="presParOf" srcId="{4D38D427-EEF0-4817-A652-F7728152BAB4}" destId="{1AD8D0F3-F643-4F7F-9585-A74228071AF2}" srcOrd="1" destOrd="0" presId="urn:microsoft.com/office/officeart/2005/8/layout/vList2"/>
    <dgm:cxn modelId="{EFB57D64-361A-4809-A042-153132C84412}" type="presParOf" srcId="{4D38D427-EEF0-4817-A652-F7728152BAB4}" destId="{05D6249A-F30D-4895-945C-289384DE70AF}" srcOrd="2" destOrd="0" presId="urn:microsoft.com/office/officeart/2005/8/layout/vList2"/>
    <dgm:cxn modelId="{4F3AE657-B087-430C-A3E8-65FEB2562F0D}" type="presParOf" srcId="{4D38D427-EEF0-4817-A652-F7728152BAB4}" destId="{083F903F-546B-443D-8D9F-7130A54D3141}" srcOrd="3" destOrd="0" presId="urn:microsoft.com/office/officeart/2005/8/layout/vList2"/>
    <dgm:cxn modelId="{754B3D15-8D50-4D0E-A7C5-FBF05F894397}" type="presParOf" srcId="{4D38D427-EEF0-4817-A652-F7728152BAB4}" destId="{8B17ADCB-D7A3-470F-BBAF-DEBBC1EBF009}" srcOrd="4" destOrd="0" presId="urn:microsoft.com/office/officeart/2005/8/layout/vList2"/>
    <dgm:cxn modelId="{3305983F-ACEA-4205-B568-9ED0E070A3D6}" type="presParOf" srcId="{4D38D427-EEF0-4817-A652-F7728152BAB4}" destId="{3984948C-84B8-484E-9ED4-8181239CDA76}" srcOrd="5" destOrd="0" presId="urn:microsoft.com/office/officeart/2005/8/layout/vList2"/>
    <dgm:cxn modelId="{A8F09794-7A40-4FD8-8728-B6264A8CB3AD}" type="presParOf" srcId="{4D38D427-EEF0-4817-A652-F7728152BAB4}" destId="{70769DD3-901A-446F-936F-E489C4347B34}" srcOrd="6" destOrd="0" presId="urn:microsoft.com/office/officeart/2005/8/layout/vList2"/>
    <dgm:cxn modelId="{304CA17A-D70F-4EE4-BB2B-0ACB7E132D9C}" type="presParOf" srcId="{4D38D427-EEF0-4817-A652-F7728152BAB4}" destId="{4B347EF5-8F80-4EB2-9F15-780D47C96755}" srcOrd="7" destOrd="0" presId="urn:microsoft.com/office/officeart/2005/8/layout/vList2"/>
    <dgm:cxn modelId="{B253FF71-4D55-4FA0-B6B3-7053804C8B66}" type="presParOf" srcId="{4D38D427-EEF0-4817-A652-F7728152BAB4}" destId="{0D4E5924-4B35-4D4C-BC76-1E2112FD19DF}" srcOrd="8" destOrd="0" presId="urn:microsoft.com/office/officeart/2005/8/layout/vList2"/>
    <dgm:cxn modelId="{5D2AC76D-F48B-4B45-823E-F377DE0B61EC}" type="presParOf" srcId="{4D38D427-EEF0-4817-A652-F7728152BAB4}" destId="{C903B05D-60B3-4BC9-9C57-CBADD24F1064}" srcOrd="9" destOrd="0" presId="urn:microsoft.com/office/officeart/2005/8/layout/vList2"/>
    <dgm:cxn modelId="{16300780-A4CC-4472-A38C-9CC7A0AB8316}" type="presParOf" srcId="{4D38D427-EEF0-4817-A652-F7728152BAB4}" destId="{1A8046D5-CFCC-4DE2-8C89-DE70479BF1B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437AE52-225C-4F66-84C8-BA9B8E77E6F5}" type="doc">
      <dgm:prSet loTypeId="urn:microsoft.com/office/officeart/2005/8/layout/matrix2" loCatId="matrix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094CD72-45AF-49A7-A86D-DEB6AE734282}">
      <dgm:prSet/>
      <dgm:spPr/>
      <dgm:t>
        <a:bodyPr/>
        <a:lstStyle/>
        <a:p>
          <a:r>
            <a:rPr lang="en-US" b="0" i="0" baseline="0"/>
            <a:t>Memorie persistenta a aplicatiei</a:t>
          </a:r>
          <a:endParaRPr lang="en-US"/>
        </a:p>
      </dgm:t>
    </dgm:pt>
    <dgm:pt modelId="{7651D215-F21D-4676-83BA-195931A9F5E2}" type="parTrans" cxnId="{540B5D88-56A8-4D8E-A4EC-341776E65848}">
      <dgm:prSet/>
      <dgm:spPr/>
      <dgm:t>
        <a:bodyPr/>
        <a:lstStyle/>
        <a:p>
          <a:endParaRPr lang="en-US"/>
        </a:p>
      </dgm:t>
    </dgm:pt>
    <dgm:pt modelId="{4734E57B-795F-455C-857C-7FF7C32AF1BD}" type="sibTrans" cxnId="{540B5D88-56A8-4D8E-A4EC-341776E65848}">
      <dgm:prSet/>
      <dgm:spPr/>
      <dgm:t>
        <a:bodyPr/>
        <a:lstStyle/>
        <a:p>
          <a:endParaRPr lang="en-US"/>
        </a:p>
      </dgm:t>
    </dgm:pt>
    <dgm:pt modelId="{274433E4-4641-4717-ACDD-A5BE166C88AF}">
      <dgm:prSet/>
      <dgm:spPr/>
      <dgm:t>
        <a:bodyPr/>
        <a:lstStyle/>
        <a:p>
          <a:r>
            <a:rPr lang="en-US" b="0" i="0" baseline="0"/>
            <a:t>Stocare date configurare utilizator</a:t>
          </a:r>
          <a:endParaRPr lang="en-US"/>
        </a:p>
      </dgm:t>
    </dgm:pt>
    <dgm:pt modelId="{13C04E49-4013-45F6-B21A-014E53C3A472}" type="parTrans" cxnId="{3C009D8C-D24E-4B23-830B-3D9C336ED7BA}">
      <dgm:prSet/>
      <dgm:spPr/>
      <dgm:t>
        <a:bodyPr/>
        <a:lstStyle/>
        <a:p>
          <a:endParaRPr lang="en-US"/>
        </a:p>
      </dgm:t>
    </dgm:pt>
    <dgm:pt modelId="{65B9C4C8-F9D7-421A-82CA-4507AC1AE569}" type="sibTrans" cxnId="{3C009D8C-D24E-4B23-830B-3D9C336ED7BA}">
      <dgm:prSet/>
      <dgm:spPr/>
      <dgm:t>
        <a:bodyPr/>
        <a:lstStyle/>
        <a:p>
          <a:endParaRPr lang="en-US"/>
        </a:p>
      </dgm:t>
    </dgm:pt>
    <dgm:pt modelId="{4137D592-17E4-4188-9803-E26E87180558}">
      <dgm:prSet/>
      <dgm:spPr/>
      <dgm:t>
        <a:bodyPr/>
        <a:lstStyle/>
        <a:p>
          <a:r>
            <a:rPr lang="en-US" b="0" i="0" baseline="0"/>
            <a:t>Suport pentru logica AI personalizata</a:t>
          </a:r>
          <a:endParaRPr lang="en-US"/>
        </a:p>
      </dgm:t>
    </dgm:pt>
    <dgm:pt modelId="{A2A26B83-5977-47B3-B1DB-0361996E7526}" type="parTrans" cxnId="{0FA818EE-B5DD-4703-A5EA-2D3061C93BF9}">
      <dgm:prSet/>
      <dgm:spPr/>
      <dgm:t>
        <a:bodyPr/>
        <a:lstStyle/>
        <a:p>
          <a:endParaRPr lang="en-US"/>
        </a:p>
      </dgm:t>
    </dgm:pt>
    <dgm:pt modelId="{E2D93522-5C63-4711-BAB4-EE4C5130E71E}" type="sibTrans" cxnId="{0FA818EE-B5DD-4703-A5EA-2D3061C93BF9}">
      <dgm:prSet/>
      <dgm:spPr/>
      <dgm:t>
        <a:bodyPr/>
        <a:lstStyle/>
        <a:p>
          <a:endParaRPr lang="en-US"/>
        </a:p>
      </dgm:t>
    </dgm:pt>
    <dgm:pt modelId="{390D8B75-52BF-430A-9EBD-3C3F74171C79}">
      <dgm:prSet/>
      <dgm:spPr/>
      <dgm:t>
        <a:bodyPr/>
        <a:lstStyle/>
        <a:p>
          <a:pPr>
            <a:buNone/>
          </a:pPr>
          <a:r>
            <a:rPr lang="it-IT" altLang="en-US" dirty="0">
              <a:effectLst/>
              <a:latin typeface="Arial" panose="020B0604020202020204" pitchFamily="34" charset="0"/>
            </a:rPr>
            <a:t>Tipuri de date stocate:</a:t>
          </a:r>
          <a:endParaRPr lang="en-US" dirty="0"/>
        </a:p>
      </dgm:t>
    </dgm:pt>
    <dgm:pt modelId="{96AFE167-6896-45A1-9FFE-5592D3CCF957}" type="parTrans" cxnId="{1BEF890D-8893-403B-85BD-C79035AF883B}">
      <dgm:prSet/>
      <dgm:spPr/>
      <dgm:t>
        <a:bodyPr/>
        <a:lstStyle/>
        <a:p>
          <a:endParaRPr lang="en-US"/>
        </a:p>
      </dgm:t>
    </dgm:pt>
    <dgm:pt modelId="{68A56B47-EFF5-4B07-B96F-2098F4016270}" type="sibTrans" cxnId="{1BEF890D-8893-403B-85BD-C79035AF883B}">
      <dgm:prSet/>
      <dgm:spPr/>
      <dgm:t>
        <a:bodyPr/>
        <a:lstStyle/>
        <a:p>
          <a:endParaRPr lang="en-US"/>
        </a:p>
      </dgm:t>
    </dgm:pt>
    <dgm:pt modelId="{AC21CC46-D2C0-491B-8A67-B14CF0F914A4}">
      <dgm:prSet/>
      <dgm:spPr/>
      <dgm:t>
        <a:bodyPr/>
        <a:lstStyle/>
        <a:p>
          <a:r>
            <a:rPr lang="it-IT" altLang="en-US" dirty="0">
              <a:effectLst/>
              <a:latin typeface="Arial" panose="020B0604020202020204" pitchFamily="34" charset="0"/>
            </a:rPr>
            <a:t>monitored_users - ID si nume utilizatori  monitorizati </a:t>
          </a:r>
        </a:p>
      </dgm:t>
    </dgm:pt>
    <dgm:pt modelId="{3E57C064-D220-450E-89DC-59F98BD94A3C}" type="parTrans" cxnId="{9E859471-7A02-490F-9D2F-FA9FE08DAED3}">
      <dgm:prSet/>
      <dgm:spPr/>
      <dgm:t>
        <a:bodyPr/>
        <a:lstStyle/>
        <a:p>
          <a:endParaRPr lang="en-US"/>
        </a:p>
      </dgm:t>
    </dgm:pt>
    <dgm:pt modelId="{31CF7106-F364-4C13-A356-15F21B00645F}" type="sibTrans" cxnId="{9E859471-7A02-490F-9D2F-FA9FE08DAED3}">
      <dgm:prSet/>
      <dgm:spPr/>
      <dgm:t>
        <a:bodyPr/>
        <a:lstStyle/>
        <a:p>
          <a:endParaRPr lang="en-US"/>
        </a:p>
      </dgm:t>
    </dgm:pt>
    <dgm:pt modelId="{C3B33FC2-03BB-42B0-9FFA-68285E36638F}">
      <dgm:prSet/>
      <dgm:spPr/>
      <dgm:t>
        <a:bodyPr/>
        <a:lstStyle/>
        <a:p>
          <a:r>
            <a:rPr lang="it-IT" altLang="en-US" dirty="0">
              <a:effectLst/>
              <a:latin typeface="Arial" panose="020B0604020202020204" pitchFamily="34" charset="0"/>
            </a:rPr>
            <a:t>user_preferences - Instructiuni de filtrare administrator</a:t>
          </a:r>
          <a:endParaRPr lang="en-US" altLang="en-US" dirty="0">
            <a:effectLst/>
            <a:latin typeface="Arial" panose="020B0604020202020204" pitchFamily="34" charset="0"/>
          </a:endParaRPr>
        </a:p>
      </dgm:t>
    </dgm:pt>
    <dgm:pt modelId="{7A8F368B-6BAA-4361-A1D3-8A46CE032277}" type="parTrans" cxnId="{9AE3314C-EB2D-41B6-A8AA-8EBC666FDEF4}">
      <dgm:prSet/>
      <dgm:spPr/>
      <dgm:t>
        <a:bodyPr/>
        <a:lstStyle/>
        <a:p>
          <a:endParaRPr lang="en-US"/>
        </a:p>
      </dgm:t>
    </dgm:pt>
    <dgm:pt modelId="{E31D1B82-E23B-454E-A64A-5731DA404F70}" type="sibTrans" cxnId="{9AE3314C-EB2D-41B6-A8AA-8EBC666FDEF4}">
      <dgm:prSet/>
      <dgm:spPr/>
      <dgm:t>
        <a:bodyPr/>
        <a:lstStyle/>
        <a:p>
          <a:endParaRPr lang="en-US"/>
        </a:p>
      </dgm:t>
    </dgm:pt>
    <dgm:pt modelId="{97367C92-3C52-4461-8D84-CD87804D673C}" type="pres">
      <dgm:prSet presAssocID="{1437AE52-225C-4F66-84C8-BA9B8E77E6F5}" presName="matrix" presStyleCnt="0">
        <dgm:presLayoutVars>
          <dgm:chMax val="1"/>
          <dgm:dir/>
          <dgm:resizeHandles val="exact"/>
        </dgm:presLayoutVars>
      </dgm:prSet>
      <dgm:spPr/>
    </dgm:pt>
    <dgm:pt modelId="{E3E9F020-96C2-4E08-92C9-01B35219EEFA}" type="pres">
      <dgm:prSet presAssocID="{1437AE52-225C-4F66-84C8-BA9B8E77E6F5}" presName="axisShape" presStyleLbl="bgShp" presStyleIdx="0" presStyleCnt="1"/>
      <dgm:spPr/>
    </dgm:pt>
    <dgm:pt modelId="{E8962FBA-0337-4B6C-8761-93D58EE45384}" type="pres">
      <dgm:prSet presAssocID="{1437AE52-225C-4F66-84C8-BA9B8E77E6F5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E790275-77C0-4617-96E2-47467DB8AA84}" type="pres">
      <dgm:prSet presAssocID="{1437AE52-225C-4F66-84C8-BA9B8E77E6F5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F9E1E7C-980D-4D74-AD27-40E305A6572C}" type="pres">
      <dgm:prSet presAssocID="{1437AE52-225C-4F66-84C8-BA9B8E77E6F5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4A8C3ED-9EBE-45E2-9AF6-8E861A81222D}" type="pres">
      <dgm:prSet presAssocID="{1437AE52-225C-4F66-84C8-BA9B8E77E6F5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BEF890D-8893-403B-85BD-C79035AF883B}" srcId="{1437AE52-225C-4F66-84C8-BA9B8E77E6F5}" destId="{390D8B75-52BF-430A-9EBD-3C3F74171C79}" srcOrd="3" destOrd="0" parTransId="{96AFE167-6896-45A1-9FFE-5592D3CCF957}" sibTransId="{68A56B47-EFF5-4B07-B96F-2098F4016270}"/>
    <dgm:cxn modelId="{AC2C5F69-A716-4DF9-94B1-96982AC9045C}" type="presOf" srcId="{0094CD72-45AF-49A7-A86D-DEB6AE734282}" destId="{E8962FBA-0337-4B6C-8761-93D58EE45384}" srcOrd="0" destOrd="0" presId="urn:microsoft.com/office/officeart/2005/8/layout/matrix2"/>
    <dgm:cxn modelId="{9AE3314C-EB2D-41B6-A8AA-8EBC666FDEF4}" srcId="{390D8B75-52BF-430A-9EBD-3C3F74171C79}" destId="{C3B33FC2-03BB-42B0-9FFA-68285E36638F}" srcOrd="1" destOrd="0" parTransId="{7A8F368B-6BAA-4361-A1D3-8A46CE032277}" sibTransId="{E31D1B82-E23B-454E-A64A-5731DA404F70}"/>
    <dgm:cxn modelId="{1C2C694C-6A77-4C97-BB85-7165E718D280}" type="presOf" srcId="{1437AE52-225C-4F66-84C8-BA9B8E77E6F5}" destId="{97367C92-3C52-4461-8D84-CD87804D673C}" srcOrd="0" destOrd="0" presId="urn:microsoft.com/office/officeart/2005/8/layout/matrix2"/>
    <dgm:cxn modelId="{7F7D7371-EC65-4455-AB0C-2D4D63186217}" type="presOf" srcId="{4137D592-17E4-4188-9803-E26E87180558}" destId="{9F9E1E7C-980D-4D74-AD27-40E305A6572C}" srcOrd="0" destOrd="0" presId="urn:microsoft.com/office/officeart/2005/8/layout/matrix2"/>
    <dgm:cxn modelId="{9E859471-7A02-490F-9D2F-FA9FE08DAED3}" srcId="{390D8B75-52BF-430A-9EBD-3C3F74171C79}" destId="{AC21CC46-D2C0-491B-8A67-B14CF0F914A4}" srcOrd="0" destOrd="0" parTransId="{3E57C064-D220-450E-89DC-59F98BD94A3C}" sibTransId="{31CF7106-F364-4C13-A356-15F21B00645F}"/>
    <dgm:cxn modelId="{540B5D88-56A8-4D8E-A4EC-341776E65848}" srcId="{1437AE52-225C-4F66-84C8-BA9B8E77E6F5}" destId="{0094CD72-45AF-49A7-A86D-DEB6AE734282}" srcOrd="0" destOrd="0" parTransId="{7651D215-F21D-4676-83BA-195931A9F5E2}" sibTransId="{4734E57B-795F-455C-857C-7FF7C32AF1BD}"/>
    <dgm:cxn modelId="{3C009D8C-D24E-4B23-830B-3D9C336ED7BA}" srcId="{1437AE52-225C-4F66-84C8-BA9B8E77E6F5}" destId="{274433E4-4641-4717-ACDD-A5BE166C88AF}" srcOrd="1" destOrd="0" parTransId="{13C04E49-4013-45F6-B21A-014E53C3A472}" sibTransId="{65B9C4C8-F9D7-421A-82CA-4507AC1AE569}"/>
    <dgm:cxn modelId="{109FEA99-2A30-435D-BFBE-BE370AA8DA66}" type="presOf" srcId="{390D8B75-52BF-430A-9EBD-3C3F74171C79}" destId="{A4A8C3ED-9EBE-45E2-9AF6-8E861A81222D}" srcOrd="0" destOrd="0" presId="urn:microsoft.com/office/officeart/2005/8/layout/matrix2"/>
    <dgm:cxn modelId="{347C7EBC-F834-4BFC-B0B6-249D655CE358}" type="presOf" srcId="{C3B33FC2-03BB-42B0-9FFA-68285E36638F}" destId="{A4A8C3ED-9EBE-45E2-9AF6-8E861A81222D}" srcOrd="0" destOrd="2" presId="urn:microsoft.com/office/officeart/2005/8/layout/matrix2"/>
    <dgm:cxn modelId="{736B28C2-5367-4589-A652-647E482804FE}" type="presOf" srcId="{AC21CC46-D2C0-491B-8A67-B14CF0F914A4}" destId="{A4A8C3ED-9EBE-45E2-9AF6-8E861A81222D}" srcOrd="0" destOrd="1" presId="urn:microsoft.com/office/officeart/2005/8/layout/matrix2"/>
    <dgm:cxn modelId="{5A1D7CD4-780B-4F62-8957-BD236AAF9CD6}" type="presOf" srcId="{274433E4-4641-4717-ACDD-A5BE166C88AF}" destId="{6E790275-77C0-4617-96E2-47467DB8AA84}" srcOrd="0" destOrd="0" presId="urn:microsoft.com/office/officeart/2005/8/layout/matrix2"/>
    <dgm:cxn modelId="{0FA818EE-B5DD-4703-A5EA-2D3061C93BF9}" srcId="{1437AE52-225C-4F66-84C8-BA9B8E77E6F5}" destId="{4137D592-17E4-4188-9803-E26E87180558}" srcOrd="2" destOrd="0" parTransId="{A2A26B83-5977-47B3-B1DB-0361996E7526}" sibTransId="{E2D93522-5C63-4711-BAB4-EE4C5130E71E}"/>
    <dgm:cxn modelId="{0A1C3C83-E4F9-455A-9D1B-2FC58F219E99}" type="presParOf" srcId="{97367C92-3C52-4461-8D84-CD87804D673C}" destId="{E3E9F020-96C2-4E08-92C9-01B35219EEFA}" srcOrd="0" destOrd="0" presId="urn:microsoft.com/office/officeart/2005/8/layout/matrix2"/>
    <dgm:cxn modelId="{DE66ACC6-38C2-4C5F-9F74-5BA590525CCB}" type="presParOf" srcId="{97367C92-3C52-4461-8D84-CD87804D673C}" destId="{E8962FBA-0337-4B6C-8761-93D58EE45384}" srcOrd="1" destOrd="0" presId="urn:microsoft.com/office/officeart/2005/8/layout/matrix2"/>
    <dgm:cxn modelId="{0F7556F1-CD88-4FF7-AC96-2BD4AB42E26F}" type="presParOf" srcId="{97367C92-3C52-4461-8D84-CD87804D673C}" destId="{6E790275-77C0-4617-96E2-47467DB8AA84}" srcOrd="2" destOrd="0" presId="urn:microsoft.com/office/officeart/2005/8/layout/matrix2"/>
    <dgm:cxn modelId="{7F4E5EFD-7091-4010-8717-845665BE00CA}" type="presParOf" srcId="{97367C92-3C52-4461-8D84-CD87804D673C}" destId="{9F9E1E7C-980D-4D74-AD27-40E305A6572C}" srcOrd="3" destOrd="0" presId="urn:microsoft.com/office/officeart/2005/8/layout/matrix2"/>
    <dgm:cxn modelId="{A3463450-64AB-47AA-A7E3-B2D0E0592838}" type="presParOf" srcId="{97367C92-3C52-4461-8D84-CD87804D673C}" destId="{A4A8C3ED-9EBE-45E2-9AF6-8E861A81222D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612B70-627B-49AF-80E2-ABE423750C8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EF7465D-BF86-4291-9F3E-997684ED0832}">
      <dgm:prSet/>
      <dgm:spPr/>
      <dgm:t>
        <a:bodyPr/>
        <a:lstStyle/>
        <a:p>
          <a:r>
            <a:rPr lang="en-US"/>
            <a:t>Rulare locala model LLM (Llama 3.2)</a:t>
          </a:r>
        </a:p>
      </dgm:t>
    </dgm:pt>
    <dgm:pt modelId="{DD6D6CC5-E719-4A8D-B7FB-7DE5897C502F}" type="parTrans" cxnId="{A3D6307D-6812-4FDB-AEB5-AE367CC7245E}">
      <dgm:prSet/>
      <dgm:spPr/>
      <dgm:t>
        <a:bodyPr/>
        <a:lstStyle/>
        <a:p>
          <a:endParaRPr lang="en-US"/>
        </a:p>
      </dgm:t>
    </dgm:pt>
    <dgm:pt modelId="{FC168E90-B18B-42A7-A517-DAD5BAAC436C}" type="sibTrans" cxnId="{A3D6307D-6812-4FDB-AEB5-AE367CC7245E}">
      <dgm:prSet/>
      <dgm:spPr/>
      <dgm:t>
        <a:bodyPr/>
        <a:lstStyle/>
        <a:p>
          <a:endParaRPr lang="en-US"/>
        </a:p>
      </dgm:t>
    </dgm:pt>
    <dgm:pt modelId="{A6EB174A-1B37-4A07-84CE-78CFD6B1945F}">
      <dgm:prSet/>
      <dgm:spPr/>
      <dgm:t>
        <a:bodyPr/>
        <a:lstStyle/>
        <a:p>
          <a:r>
            <a:rPr lang="en-US"/>
            <a:t>Server API local pentru inferenta</a:t>
          </a:r>
        </a:p>
      </dgm:t>
    </dgm:pt>
    <dgm:pt modelId="{CB03C425-BEAE-4B9B-AB00-15DA5A41093A}" type="parTrans" cxnId="{0C72BE95-4759-40FA-8A2B-8C6F6A159328}">
      <dgm:prSet/>
      <dgm:spPr/>
      <dgm:t>
        <a:bodyPr/>
        <a:lstStyle/>
        <a:p>
          <a:endParaRPr lang="en-US"/>
        </a:p>
      </dgm:t>
    </dgm:pt>
    <dgm:pt modelId="{3C92BC35-2113-4B4D-AD18-08D88F99DE71}" type="sibTrans" cxnId="{0C72BE95-4759-40FA-8A2B-8C6F6A159328}">
      <dgm:prSet/>
      <dgm:spPr/>
      <dgm:t>
        <a:bodyPr/>
        <a:lstStyle/>
        <a:p>
          <a:endParaRPr lang="en-US"/>
        </a:p>
      </dgm:t>
    </dgm:pt>
    <dgm:pt modelId="{E38898CF-6049-4972-9BAA-A4C279F9E562}">
      <dgm:prSet/>
      <dgm:spPr/>
      <dgm:t>
        <a:bodyPr/>
        <a:lstStyle/>
        <a:p>
          <a:r>
            <a:rPr lang="en-US"/>
            <a:t>Integrare directa cu n8n</a:t>
          </a:r>
        </a:p>
      </dgm:t>
    </dgm:pt>
    <dgm:pt modelId="{B1BFA58A-E403-4A36-96FC-88CD50224EFA}" type="parTrans" cxnId="{22658B61-052F-48AE-89A6-34DB72CBA8B9}">
      <dgm:prSet/>
      <dgm:spPr/>
      <dgm:t>
        <a:bodyPr/>
        <a:lstStyle/>
        <a:p>
          <a:endParaRPr lang="en-US"/>
        </a:p>
      </dgm:t>
    </dgm:pt>
    <dgm:pt modelId="{0C48B68B-4240-4644-A200-12B68CCC9AB3}" type="sibTrans" cxnId="{22658B61-052F-48AE-89A6-34DB72CBA8B9}">
      <dgm:prSet/>
      <dgm:spPr/>
      <dgm:t>
        <a:bodyPr/>
        <a:lstStyle/>
        <a:p>
          <a:endParaRPr lang="en-US"/>
        </a:p>
      </dgm:t>
    </dgm:pt>
    <dgm:pt modelId="{9FDC18F8-5E01-4356-9021-AB1EC0CCED18}">
      <dgm:prSet/>
      <dgm:spPr/>
      <dgm:t>
        <a:bodyPr/>
        <a:lstStyle/>
        <a:p>
          <a:r>
            <a:rPr lang="en-US"/>
            <a:t>Procesare interna a datelor</a:t>
          </a:r>
        </a:p>
      </dgm:t>
    </dgm:pt>
    <dgm:pt modelId="{DECB16A8-BFC7-42B5-9B15-98094CD6944E}" type="parTrans" cxnId="{3F314E96-8E4E-4115-ADCB-2A9127676035}">
      <dgm:prSet/>
      <dgm:spPr/>
      <dgm:t>
        <a:bodyPr/>
        <a:lstStyle/>
        <a:p>
          <a:endParaRPr lang="en-US"/>
        </a:p>
      </dgm:t>
    </dgm:pt>
    <dgm:pt modelId="{4A536011-595B-4CA1-9A36-DEC1E4A214F9}" type="sibTrans" cxnId="{3F314E96-8E4E-4115-ADCB-2A9127676035}">
      <dgm:prSet/>
      <dgm:spPr/>
      <dgm:t>
        <a:bodyPr/>
        <a:lstStyle/>
        <a:p>
          <a:endParaRPr lang="en-US"/>
        </a:p>
      </dgm:t>
    </dgm:pt>
    <dgm:pt modelId="{D7935307-1E5D-42C3-AA0D-34A312413586}">
      <dgm:prSet/>
      <dgm:spPr/>
      <dgm:t>
        <a:bodyPr/>
        <a:lstStyle/>
        <a:p>
          <a:r>
            <a:rPr lang="en-US"/>
            <a:t>Asigura data sovereignty</a:t>
          </a:r>
        </a:p>
      </dgm:t>
    </dgm:pt>
    <dgm:pt modelId="{AF007EF3-35A8-4D9D-B60A-9FB03A6D1060}" type="parTrans" cxnId="{BFC31954-8670-4B94-962D-EC5E871B5310}">
      <dgm:prSet/>
      <dgm:spPr/>
      <dgm:t>
        <a:bodyPr/>
        <a:lstStyle/>
        <a:p>
          <a:endParaRPr lang="en-US"/>
        </a:p>
      </dgm:t>
    </dgm:pt>
    <dgm:pt modelId="{35E96805-0FA2-42F8-9A8C-1AF933514134}" type="sibTrans" cxnId="{BFC31954-8670-4B94-962D-EC5E871B5310}">
      <dgm:prSet/>
      <dgm:spPr/>
      <dgm:t>
        <a:bodyPr/>
        <a:lstStyle/>
        <a:p>
          <a:endParaRPr lang="en-US"/>
        </a:p>
      </dgm:t>
    </dgm:pt>
    <dgm:pt modelId="{24F50415-9DD4-4E1A-A54D-5E29A4BBD4FF}" type="pres">
      <dgm:prSet presAssocID="{7E612B70-627B-49AF-80E2-ABE423750C82}" presName="CompostProcess" presStyleCnt="0">
        <dgm:presLayoutVars>
          <dgm:dir/>
          <dgm:resizeHandles val="exact"/>
        </dgm:presLayoutVars>
      </dgm:prSet>
      <dgm:spPr/>
    </dgm:pt>
    <dgm:pt modelId="{D3B8A52D-3D4C-4B58-ACF8-BD8A0F91CABC}" type="pres">
      <dgm:prSet presAssocID="{7E612B70-627B-49AF-80E2-ABE423750C82}" presName="arrow" presStyleLbl="bgShp" presStyleIdx="0" presStyleCnt="1"/>
      <dgm:spPr/>
    </dgm:pt>
    <dgm:pt modelId="{DBD981E4-B0BF-4150-9686-064B8F9C3174}" type="pres">
      <dgm:prSet presAssocID="{7E612B70-627B-49AF-80E2-ABE423750C82}" presName="linearProcess" presStyleCnt="0"/>
      <dgm:spPr/>
    </dgm:pt>
    <dgm:pt modelId="{DDA68EE9-0BCE-457F-97D2-7A769D07FA26}" type="pres">
      <dgm:prSet presAssocID="{AEF7465D-BF86-4291-9F3E-997684ED0832}" presName="textNode" presStyleLbl="node1" presStyleIdx="0" presStyleCnt="5">
        <dgm:presLayoutVars>
          <dgm:bulletEnabled val="1"/>
        </dgm:presLayoutVars>
      </dgm:prSet>
      <dgm:spPr/>
    </dgm:pt>
    <dgm:pt modelId="{DCF25E88-D2BB-4453-9A04-989A66A640A5}" type="pres">
      <dgm:prSet presAssocID="{FC168E90-B18B-42A7-A517-DAD5BAAC436C}" presName="sibTrans" presStyleCnt="0"/>
      <dgm:spPr/>
    </dgm:pt>
    <dgm:pt modelId="{2B2CA5CB-0C1A-4BB5-BEE1-F0942C38C995}" type="pres">
      <dgm:prSet presAssocID="{A6EB174A-1B37-4A07-84CE-78CFD6B1945F}" presName="textNode" presStyleLbl="node1" presStyleIdx="1" presStyleCnt="5">
        <dgm:presLayoutVars>
          <dgm:bulletEnabled val="1"/>
        </dgm:presLayoutVars>
      </dgm:prSet>
      <dgm:spPr/>
    </dgm:pt>
    <dgm:pt modelId="{E47D8D3D-5120-425C-959A-2595439598C0}" type="pres">
      <dgm:prSet presAssocID="{3C92BC35-2113-4B4D-AD18-08D88F99DE71}" presName="sibTrans" presStyleCnt="0"/>
      <dgm:spPr/>
    </dgm:pt>
    <dgm:pt modelId="{E3F02ABB-A54E-49F3-A3CC-971294390299}" type="pres">
      <dgm:prSet presAssocID="{E38898CF-6049-4972-9BAA-A4C279F9E562}" presName="textNode" presStyleLbl="node1" presStyleIdx="2" presStyleCnt="5">
        <dgm:presLayoutVars>
          <dgm:bulletEnabled val="1"/>
        </dgm:presLayoutVars>
      </dgm:prSet>
      <dgm:spPr/>
    </dgm:pt>
    <dgm:pt modelId="{9D74DBAE-9C1B-459D-AEBB-00287ECB752F}" type="pres">
      <dgm:prSet presAssocID="{0C48B68B-4240-4644-A200-12B68CCC9AB3}" presName="sibTrans" presStyleCnt="0"/>
      <dgm:spPr/>
    </dgm:pt>
    <dgm:pt modelId="{DB73A888-E9BF-4A33-81F5-3F12F6EEC451}" type="pres">
      <dgm:prSet presAssocID="{9FDC18F8-5E01-4356-9021-AB1EC0CCED18}" presName="textNode" presStyleLbl="node1" presStyleIdx="3" presStyleCnt="5">
        <dgm:presLayoutVars>
          <dgm:bulletEnabled val="1"/>
        </dgm:presLayoutVars>
      </dgm:prSet>
      <dgm:spPr/>
    </dgm:pt>
    <dgm:pt modelId="{61144633-C0A0-4BE1-B9BF-553A0CD2AE39}" type="pres">
      <dgm:prSet presAssocID="{4A536011-595B-4CA1-9A36-DEC1E4A214F9}" presName="sibTrans" presStyleCnt="0"/>
      <dgm:spPr/>
    </dgm:pt>
    <dgm:pt modelId="{11BFCBE3-BA01-4CCB-903C-7898FEA0E307}" type="pres">
      <dgm:prSet presAssocID="{D7935307-1E5D-42C3-AA0D-34A312413586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E5795023-235A-4325-BAC7-589C40866677}" type="presOf" srcId="{E38898CF-6049-4972-9BAA-A4C279F9E562}" destId="{E3F02ABB-A54E-49F3-A3CC-971294390299}" srcOrd="0" destOrd="0" presId="urn:microsoft.com/office/officeart/2005/8/layout/hProcess9"/>
    <dgm:cxn modelId="{C0F3502D-B061-480C-A037-4FBE6E8DC5E4}" type="presOf" srcId="{AEF7465D-BF86-4291-9F3E-997684ED0832}" destId="{DDA68EE9-0BCE-457F-97D2-7A769D07FA26}" srcOrd="0" destOrd="0" presId="urn:microsoft.com/office/officeart/2005/8/layout/hProcess9"/>
    <dgm:cxn modelId="{22658B61-052F-48AE-89A6-34DB72CBA8B9}" srcId="{7E612B70-627B-49AF-80E2-ABE423750C82}" destId="{E38898CF-6049-4972-9BAA-A4C279F9E562}" srcOrd="2" destOrd="0" parTransId="{B1BFA58A-E403-4A36-96FC-88CD50224EFA}" sibTransId="{0C48B68B-4240-4644-A200-12B68CCC9AB3}"/>
    <dgm:cxn modelId="{BFC31954-8670-4B94-962D-EC5E871B5310}" srcId="{7E612B70-627B-49AF-80E2-ABE423750C82}" destId="{D7935307-1E5D-42C3-AA0D-34A312413586}" srcOrd="4" destOrd="0" parTransId="{AF007EF3-35A8-4D9D-B60A-9FB03A6D1060}" sibTransId="{35E96805-0FA2-42F8-9A8C-1AF933514134}"/>
    <dgm:cxn modelId="{A3D6307D-6812-4FDB-AEB5-AE367CC7245E}" srcId="{7E612B70-627B-49AF-80E2-ABE423750C82}" destId="{AEF7465D-BF86-4291-9F3E-997684ED0832}" srcOrd="0" destOrd="0" parTransId="{DD6D6CC5-E719-4A8D-B7FB-7DE5897C502F}" sibTransId="{FC168E90-B18B-42A7-A517-DAD5BAAC436C}"/>
    <dgm:cxn modelId="{231EB289-03C6-48E6-8B3D-3A30EBF4EC02}" type="presOf" srcId="{7E612B70-627B-49AF-80E2-ABE423750C82}" destId="{24F50415-9DD4-4E1A-A54D-5E29A4BBD4FF}" srcOrd="0" destOrd="0" presId="urn:microsoft.com/office/officeart/2005/8/layout/hProcess9"/>
    <dgm:cxn modelId="{0C72BE95-4759-40FA-8A2B-8C6F6A159328}" srcId="{7E612B70-627B-49AF-80E2-ABE423750C82}" destId="{A6EB174A-1B37-4A07-84CE-78CFD6B1945F}" srcOrd="1" destOrd="0" parTransId="{CB03C425-BEAE-4B9B-AB00-15DA5A41093A}" sibTransId="{3C92BC35-2113-4B4D-AD18-08D88F99DE71}"/>
    <dgm:cxn modelId="{3F314E96-8E4E-4115-ADCB-2A9127676035}" srcId="{7E612B70-627B-49AF-80E2-ABE423750C82}" destId="{9FDC18F8-5E01-4356-9021-AB1EC0CCED18}" srcOrd="3" destOrd="0" parTransId="{DECB16A8-BFC7-42B5-9B15-98094CD6944E}" sibTransId="{4A536011-595B-4CA1-9A36-DEC1E4A214F9}"/>
    <dgm:cxn modelId="{39FD799C-3B9B-4D39-B9DE-3205942B12B0}" type="presOf" srcId="{9FDC18F8-5E01-4356-9021-AB1EC0CCED18}" destId="{DB73A888-E9BF-4A33-81F5-3F12F6EEC451}" srcOrd="0" destOrd="0" presId="urn:microsoft.com/office/officeart/2005/8/layout/hProcess9"/>
    <dgm:cxn modelId="{7C46FAEA-CA39-4F94-9623-5991C13EB731}" type="presOf" srcId="{D7935307-1E5D-42C3-AA0D-34A312413586}" destId="{11BFCBE3-BA01-4CCB-903C-7898FEA0E307}" srcOrd="0" destOrd="0" presId="urn:microsoft.com/office/officeart/2005/8/layout/hProcess9"/>
    <dgm:cxn modelId="{D1E207F5-BBFA-4645-8275-2ECCC678A9A4}" type="presOf" srcId="{A6EB174A-1B37-4A07-84CE-78CFD6B1945F}" destId="{2B2CA5CB-0C1A-4BB5-BEE1-F0942C38C995}" srcOrd="0" destOrd="0" presId="urn:microsoft.com/office/officeart/2005/8/layout/hProcess9"/>
    <dgm:cxn modelId="{17149ED6-6435-4CFF-8A6C-6E6625B57B32}" type="presParOf" srcId="{24F50415-9DD4-4E1A-A54D-5E29A4BBD4FF}" destId="{D3B8A52D-3D4C-4B58-ACF8-BD8A0F91CABC}" srcOrd="0" destOrd="0" presId="urn:microsoft.com/office/officeart/2005/8/layout/hProcess9"/>
    <dgm:cxn modelId="{CEB23DDB-5921-481C-BF0E-22429E9B2BF3}" type="presParOf" srcId="{24F50415-9DD4-4E1A-A54D-5E29A4BBD4FF}" destId="{DBD981E4-B0BF-4150-9686-064B8F9C3174}" srcOrd="1" destOrd="0" presId="urn:microsoft.com/office/officeart/2005/8/layout/hProcess9"/>
    <dgm:cxn modelId="{AC3E4E59-0ADE-4B32-B9AF-A15A12CE4C82}" type="presParOf" srcId="{DBD981E4-B0BF-4150-9686-064B8F9C3174}" destId="{DDA68EE9-0BCE-457F-97D2-7A769D07FA26}" srcOrd="0" destOrd="0" presId="urn:microsoft.com/office/officeart/2005/8/layout/hProcess9"/>
    <dgm:cxn modelId="{57527FF0-B395-4A89-81A8-2DECD4BC4313}" type="presParOf" srcId="{DBD981E4-B0BF-4150-9686-064B8F9C3174}" destId="{DCF25E88-D2BB-4453-9A04-989A66A640A5}" srcOrd="1" destOrd="0" presId="urn:microsoft.com/office/officeart/2005/8/layout/hProcess9"/>
    <dgm:cxn modelId="{CFF84869-0ADC-408D-891E-1BEBB28CE837}" type="presParOf" srcId="{DBD981E4-B0BF-4150-9686-064B8F9C3174}" destId="{2B2CA5CB-0C1A-4BB5-BEE1-F0942C38C995}" srcOrd="2" destOrd="0" presId="urn:microsoft.com/office/officeart/2005/8/layout/hProcess9"/>
    <dgm:cxn modelId="{CEF50C0F-2941-4B2A-87D4-E9CBEE1BB7B4}" type="presParOf" srcId="{DBD981E4-B0BF-4150-9686-064B8F9C3174}" destId="{E47D8D3D-5120-425C-959A-2595439598C0}" srcOrd="3" destOrd="0" presId="urn:microsoft.com/office/officeart/2005/8/layout/hProcess9"/>
    <dgm:cxn modelId="{552C68E3-4C45-467F-B4E2-628E9DEE4CD0}" type="presParOf" srcId="{DBD981E4-B0BF-4150-9686-064B8F9C3174}" destId="{E3F02ABB-A54E-49F3-A3CC-971294390299}" srcOrd="4" destOrd="0" presId="urn:microsoft.com/office/officeart/2005/8/layout/hProcess9"/>
    <dgm:cxn modelId="{DEA74829-3A2A-4217-802A-8A0F06E859F4}" type="presParOf" srcId="{DBD981E4-B0BF-4150-9686-064B8F9C3174}" destId="{9D74DBAE-9C1B-459D-AEBB-00287ECB752F}" srcOrd="5" destOrd="0" presId="urn:microsoft.com/office/officeart/2005/8/layout/hProcess9"/>
    <dgm:cxn modelId="{5A25F5E0-4732-4038-860C-0047C2DAD326}" type="presParOf" srcId="{DBD981E4-B0BF-4150-9686-064B8F9C3174}" destId="{DB73A888-E9BF-4A33-81F5-3F12F6EEC451}" srcOrd="6" destOrd="0" presId="urn:microsoft.com/office/officeart/2005/8/layout/hProcess9"/>
    <dgm:cxn modelId="{7B0316DF-66A9-4231-8D00-140F8E8A1EC6}" type="presParOf" srcId="{DBD981E4-B0BF-4150-9686-064B8F9C3174}" destId="{61144633-C0A0-4BE1-B9BF-553A0CD2AE39}" srcOrd="7" destOrd="0" presId="urn:microsoft.com/office/officeart/2005/8/layout/hProcess9"/>
    <dgm:cxn modelId="{23C68A0D-C7D4-42CB-B28A-9F03DD131F1B}" type="presParOf" srcId="{DBD981E4-B0BF-4150-9686-064B8F9C3174}" destId="{11BFCBE3-BA01-4CCB-903C-7898FEA0E307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F2F61B4-A35B-4C97-835B-B950E1111031}" type="doc">
      <dgm:prSet loTypeId="urn:microsoft.com/office/officeart/2005/8/layout/defaul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F78BF90-1F63-4CA9-ACF8-24C07ED11EE1}">
      <dgm:prSet/>
      <dgm:spPr/>
      <dgm:t>
        <a:bodyPr/>
        <a:lstStyle/>
        <a:p>
          <a:r>
            <a:rPr lang="en-US"/>
            <a:t>LLM-uri bazate pe Transformer</a:t>
          </a:r>
        </a:p>
      </dgm:t>
    </dgm:pt>
    <dgm:pt modelId="{800CA28F-9109-4BA8-91D0-17FF2B5BEE75}" type="parTrans" cxnId="{2F46DF0A-9B5B-49ED-8401-5EDF6E36A587}">
      <dgm:prSet/>
      <dgm:spPr/>
      <dgm:t>
        <a:bodyPr/>
        <a:lstStyle/>
        <a:p>
          <a:endParaRPr lang="en-US"/>
        </a:p>
      </dgm:t>
    </dgm:pt>
    <dgm:pt modelId="{8E8080F8-DBF2-49F4-AB36-769F76E0AAAF}" type="sibTrans" cxnId="{2F46DF0A-9B5B-49ED-8401-5EDF6E36A587}">
      <dgm:prSet/>
      <dgm:spPr/>
      <dgm:t>
        <a:bodyPr/>
        <a:lstStyle/>
        <a:p>
          <a:endParaRPr lang="en-US"/>
        </a:p>
      </dgm:t>
    </dgm:pt>
    <dgm:pt modelId="{5EC93E0E-7EC2-4E72-8201-E92C9B070FEE}">
      <dgm:prSet/>
      <dgm:spPr/>
      <dgm:t>
        <a:bodyPr/>
        <a:lstStyle/>
        <a:p>
          <a:r>
            <a:rPr lang="en-US"/>
            <a:t>Self-attention, context global</a:t>
          </a:r>
        </a:p>
      </dgm:t>
    </dgm:pt>
    <dgm:pt modelId="{7E764D2E-EA6A-42C0-8C5A-1B44A6A9B683}" type="parTrans" cxnId="{AE77E698-C8B9-4709-A5CB-05A16B00B864}">
      <dgm:prSet/>
      <dgm:spPr/>
      <dgm:t>
        <a:bodyPr/>
        <a:lstStyle/>
        <a:p>
          <a:endParaRPr lang="en-US"/>
        </a:p>
      </dgm:t>
    </dgm:pt>
    <dgm:pt modelId="{EC373D63-06A2-442A-BAB6-C0AE9F567BC3}" type="sibTrans" cxnId="{AE77E698-C8B9-4709-A5CB-05A16B00B864}">
      <dgm:prSet/>
      <dgm:spPr/>
      <dgm:t>
        <a:bodyPr/>
        <a:lstStyle/>
        <a:p>
          <a:endParaRPr lang="en-US"/>
        </a:p>
      </dgm:t>
    </dgm:pt>
    <dgm:pt modelId="{1096681D-B6AE-4CA3-854E-3E57E0206B8C}">
      <dgm:prSet/>
      <dgm:spPr/>
      <dgm:t>
        <a:bodyPr/>
        <a:lstStyle/>
        <a:p>
          <a:r>
            <a:rPr lang="en-US"/>
            <a:t>Tokenizare subword (BPE)</a:t>
          </a:r>
        </a:p>
      </dgm:t>
    </dgm:pt>
    <dgm:pt modelId="{D610B635-A2AE-4C95-AF1E-01836F4F205B}" type="parTrans" cxnId="{6773A81B-7404-4542-911C-6CBE1EA17A1D}">
      <dgm:prSet/>
      <dgm:spPr/>
      <dgm:t>
        <a:bodyPr/>
        <a:lstStyle/>
        <a:p>
          <a:endParaRPr lang="en-US"/>
        </a:p>
      </dgm:t>
    </dgm:pt>
    <dgm:pt modelId="{9C1ED884-EA83-41C7-9AD6-3814D103A3A9}" type="sibTrans" cxnId="{6773A81B-7404-4542-911C-6CBE1EA17A1D}">
      <dgm:prSet/>
      <dgm:spPr/>
      <dgm:t>
        <a:bodyPr/>
        <a:lstStyle/>
        <a:p>
          <a:endParaRPr lang="en-US"/>
        </a:p>
      </dgm:t>
    </dgm:pt>
    <dgm:pt modelId="{6583B23B-9037-4E59-831E-60D657CFAD4E}">
      <dgm:prSet/>
      <dgm:spPr/>
      <dgm:t>
        <a:bodyPr/>
        <a:lstStyle/>
        <a:p>
          <a:r>
            <a:rPr lang="en-US"/>
            <a:t>In-context learning, prompting</a:t>
          </a:r>
        </a:p>
      </dgm:t>
    </dgm:pt>
    <dgm:pt modelId="{351958B8-EB4D-4A31-98EE-5826D87CC373}" type="parTrans" cxnId="{BC55A047-B493-42AC-AEBE-7B6753682BDD}">
      <dgm:prSet/>
      <dgm:spPr/>
      <dgm:t>
        <a:bodyPr/>
        <a:lstStyle/>
        <a:p>
          <a:endParaRPr lang="en-US"/>
        </a:p>
      </dgm:t>
    </dgm:pt>
    <dgm:pt modelId="{B34358C6-A57E-42D1-8884-E57E5AE3B3B6}" type="sibTrans" cxnId="{BC55A047-B493-42AC-AEBE-7B6753682BDD}">
      <dgm:prSet/>
      <dgm:spPr/>
      <dgm:t>
        <a:bodyPr/>
        <a:lstStyle/>
        <a:p>
          <a:endParaRPr lang="en-US"/>
        </a:p>
      </dgm:t>
    </dgm:pt>
    <dgm:pt modelId="{32DC6BA0-4D15-4377-A255-C6639DDB9317}">
      <dgm:prSet/>
      <dgm:spPr/>
      <dgm:t>
        <a:bodyPr/>
        <a:lstStyle/>
        <a:p>
          <a:r>
            <a:rPr lang="en-US"/>
            <a:t>Modele open-source competitive</a:t>
          </a:r>
        </a:p>
      </dgm:t>
    </dgm:pt>
    <dgm:pt modelId="{E7D6E401-218D-4B3D-9CE8-BF54F57BB217}" type="parTrans" cxnId="{5DF1E238-2ADB-4B6A-A6FF-2196C774AD6A}">
      <dgm:prSet/>
      <dgm:spPr/>
      <dgm:t>
        <a:bodyPr/>
        <a:lstStyle/>
        <a:p>
          <a:endParaRPr lang="en-US"/>
        </a:p>
      </dgm:t>
    </dgm:pt>
    <dgm:pt modelId="{05BAD037-8860-4616-B74F-0985CA5B480D}" type="sibTrans" cxnId="{5DF1E238-2ADB-4B6A-A6FF-2196C774AD6A}">
      <dgm:prSet/>
      <dgm:spPr/>
      <dgm:t>
        <a:bodyPr/>
        <a:lstStyle/>
        <a:p>
          <a:endParaRPr lang="en-US"/>
        </a:p>
      </dgm:t>
    </dgm:pt>
    <dgm:pt modelId="{33A3E747-AA0F-485D-9A14-CCA959EF43C0}">
      <dgm:prSet/>
      <dgm:spPr/>
      <dgm:t>
        <a:bodyPr/>
        <a:lstStyle/>
        <a:p>
          <a:r>
            <a:rPr lang="en-US"/>
            <a:t>Arhitecturi multi-agent, tool-use</a:t>
          </a:r>
        </a:p>
      </dgm:t>
    </dgm:pt>
    <dgm:pt modelId="{4EFDC96F-90FA-412C-98E7-6F972ACCB1CF}" type="parTrans" cxnId="{51B5A064-BD31-4630-8D2B-0A3E425738CD}">
      <dgm:prSet/>
      <dgm:spPr/>
      <dgm:t>
        <a:bodyPr/>
        <a:lstStyle/>
        <a:p>
          <a:endParaRPr lang="en-US"/>
        </a:p>
      </dgm:t>
    </dgm:pt>
    <dgm:pt modelId="{19A5B6D2-1658-43CA-B98E-B2E05631865D}" type="sibTrans" cxnId="{51B5A064-BD31-4630-8D2B-0A3E425738CD}">
      <dgm:prSet/>
      <dgm:spPr/>
      <dgm:t>
        <a:bodyPr/>
        <a:lstStyle/>
        <a:p>
          <a:endParaRPr lang="en-US"/>
        </a:p>
      </dgm:t>
    </dgm:pt>
    <dgm:pt modelId="{1428F561-A396-4CC9-B0B5-EAD11C5C3775}">
      <dgm:prSet/>
      <dgm:spPr/>
      <dgm:t>
        <a:bodyPr/>
        <a:lstStyle/>
        <a:p>
          <a:r>
            <a:rPr lang="en-US"/>
            <a:t>Memorie persistentă, personalizare</a:t>
          </a:r>
        </a:p>
      </dgm:t>
    </dgm:pt>
    <dgm:pt modelId="{8E79D979-E4DE-4296-92C6-B3C0C8D8FEDC}" type="parTrans" cxnId="{447AE1D1-F5AB-42B9-87A8-52E436D7A607}">
      <dgm:prSet/>
      <dgm:spPr/>
      <dgm:t>
        <a:bodyPr/>
        <a:lstStyle/>
        <a:p>
          <a:endParaRPr lang="en-US"/>
        </a:p>
      </dgm:t>
    </dgm:pt>
    <dgm:pt modelId="{B4920D17-D44D-4897-A8AA-C644204C5305}" type="sibTrans" cxnId="{447AE1D1-F5AB-42B9-87A8-52E436D7A607}">
      <dgm:prSet/>
      <dgm:spPr/>
      <dgm:t>
        <a:bodyPr/>
        <a:lstStyle/>
        <a:p>
          <a:endParaRPr lang="en-US"/>
        </a:p>
      </dgm:t>
    </dgm:pt>
    <dgm:pt modelId="{710FF952-DB76-4A0D-BDBD-1DB57AE87FC7}">
      <dgm:prSet/>
      <dgm:spPr/>
      <dgm:t>
        <a:bodyPr/>
        <a:lstStyle/>
        <a:p>
          <a:r>
            <a:rPr lang="en-US"/>
            <a:t>Containerizare și reproducibilitate</a:t>
          </a:r>
        </a:p>
      </dgm:t>
    </dgm:pt>
    <dgm:pt modelId="{DFDA3B7F-C81C-42C5-93F9-7FF133B89076}" type="parTrans" cxnId="{D0EB77BF-03E9-4319-89F0-C802EE53D6A7}">
      <dgm:prSet/>
      <dgm:spPr/>
      <dgm:t>
        <a:bodyPr/>
        <a:lstStyle/>
        <a:p>
          <a:endParaRPr lang="en-US"/>
        </a:p>
      </dgm:t>
    </dgm:pt>
    <dgm:pt modelId="{5BDA4B35-2F29-493D-97CE-775E1E41434B}" type="sibTrans" cxnId="{D0EB77BF-03E9-4319-89F0-C802EE53D6A7}">
      <dgm:prSet/>
      <dgm:spPr/>
      <dgm:t>
        <a:bodyPr/>
        <a:lstStyle/>
        <a:p>
          <a:endParaRPr lang="en-US"/>
        </a:p>
      </dgm:t>
    </dgm:pt>
    <dgm:pt modelId="{16B86AC1-48BA-4A4A-8D03-1E333326717A}" type="pres">
      <dgm:prSet presAssocID="{3F2F61B4-A35B-4C97-835B-B950E1111031}" presName="diagram" presStyleCnt="0">
        <dgm:presLayoutVars>
          <dgm:dir/>
          <dgm:resizeHandles val="exact"/>
        </dgm:presLayoutVars>
      </dgm:prSet>
      <dgm:spPr/>
    </dgm:pt>
    <dgm:pt modelId="{EEF6B3CE-C0FB-450F-8CEB-7ADD2A5E2E29}" type="pres">
      <dgm:prSet presAssocID="{8F78BF90-1F63-4CA9-ACF8-24C07ED11EE1}" presName="node" presStyleLbl="node1" presStyleIdx="0" presStyleCnt="8">
        <dgm:presLayoutVars>
          <dgm:bulletEnabled val="1"/>
        </dgm:presLayoutVars>
      </dgm:prSet>
      <dgm:spPr/>
    </dgm:pt>
    <dgm:pt modelId="{4927F530-999A-4432-BED1-F31C60B383E9}" type="pres">
      <dgm:prSet presAssocID="{8E8080F8-DBF2-49F4-AB36-769F76E0AAAF}" presName="sibTrans" presStyleCnt="0"/>
      <dgm:spPr/>
    </dgm:pt>
    <dgm:pt modelId="{A8564542-A2EB-4798-955D-7A4936F42122}" type="pres">
      <dgm:prSet presAssocID="{5EC93E0E-7EC2-4E72-8201-E92C9B070FEE}" presName="node" presStyleLbl="node1" presStyleIdx="1" presStyleCnt="8">
        <dgm:presLayoutVars>
          <dgm:bulletEnabled val="1"/>
        </dgm:presLayoutVars>
      </dgm:prSet>
      <dgm:spPr/>
    </dgm:pt>
    <dgm:pt modelId="{E801AB8A-2FD3-4617-97CD-BF4354B3607B}" type="pres">
      <dgm:prSet presAssocID="{EC373D63-06A2-442A-BAB6-C0AE9F567BC3}" presName="sibTrans" presStyleCnt="0"/>
      <dgm:spPr/>
    </dgm:pt>
    <dgm:pt modelId="{CFB5FFAA-E84A-48A9-B69A-B501069CE661}" type="pres">
      <dgm:prSet presAssocID="{1096681D-B6AE-4CA3-854E-3E57E0206B8C}" presName="node" presStyleLbl="node1" presStyleIdx="2" presStyleCnt="8">
        <dgm:presLayoutVars>
          <dgm:bulletEnabled val="1"/>
        </dgm:presLayoutVars>
      </dgm:prSet>
      <dgm:spPr/>
    </dgm:pt>
    <dgm:pt modelId="{C26B5626-AAB8-43F4-BF21-81FE14B2099D}" type="pres">
      <dgm:prSet presAssocID="{9C1ED884-EA83-41C7-9AD6-3814D103A3A9}" presName="sibTrans" presStyleCnt="0"/>
      <dgm:spPr/>
    </dgm:pt>
    <dgm:pt modelId="{96842D22-4E24-4070-9257-117ECA12DD89}" type="pres">
      <dgm:prSet presAssocID="{6583B23B-9037-4E59-831E-60D657CFAD4E}" presName="node" presStyleLbl="node1" presStyleIdx="3" presStyleCnt="8">
        <dgm:presLayoutVars>
          <dgm:bulletEnabled val="1"/>
        </dgm:presLayoutVars>
      </dgm:prSet>
      <dgm:spPr/>
    </dgm:pt>
    <dgm:pt modelId="{14225DC1-9BC9-4EF0-B992-981B4B096CBB}" type="pres">
      <dgm:prSet presAssocID="{B34358C6-A57E-42D1-8884-E57E5AE3B3B6}" presName="sibTrans" presStyleCnt="0"/>
      <dgm:spPr/>
    </dgm:pt>
    <dgm:pt modelId="{13A5840D-85BF-4A3E-821F-8E44FC71F43C}" type="pres">
      <dgm:prSet presAssocID="{32DC6BA0-4D15-4377-A255-C6639DDB9317}" presName="node" presStyleLbl="node1" presStyleIdx="4" presStyleCnt="8">
        <dgm:presLayoutVars>
          <dgm:bulletEnabled val="1"/>
        </dgm:presLayoutVars>
      </dgm:prSet>
      <dgm:spPr/>
    </dgm:pt>
    <dgm:pt modelId="{7DC978BA-ABBC-42C4-B171-EAFDFED09CB8}" type="pres">
      <dgm:prSet presAssocID="{05BAD037-8860-4616-B74F-0985CA5B480D}" presName="sibTrans" presStyleCnt="0"/>
      <dgm:spPr/>
    </dgm:pt>
    <dgm:pt modelId="{636D651A-3EF5-40A2-BF9C-33E3C59E4E78}" type="pres">
      <dgm:prSet presAssocID="{33A3E747-AA0F-485D-9A14-CCA959EF43C0}" presName="node" presStyleLbl="node1" presStyleIdx="5" presStyleCnt="8">
        <dgm:presLayoutVars>
          <dgm:bulletEnabled val="1"/>
        </dgm:presLayoutVars>
      </dgm:prSet>
      <dgm:spPr/>
    </dgm:pt>
    <dgm:pt modelId="{47E8CC0A-5DB0-4CD2-92A2-9DF42EB8879E}" type="pres">
      <dgm:prSet presAssocID="{19A5B6D2-1658-43CA-B98E-B2E05631865D}" presName="sibTrans" presStyleCnt="0"/>
      <dgm:spPr/>
    </dgm:pt>
    <dgm:pt modelId="{F47DB272-2165-4D6F-861E-69DBE3BFA7C9}" type="pres">
      <dgm:prSet presAssocID="{1428F561-A396-4CC9-B0B5-EAD11C5C3775}" presName="node" presStyleLbl="node1" presStyleIdx="6" presStyleCnt="8">
        <dgm:presLayoutVars>
          <dgm:bulletEnabled val="1"/>
        </dgm:presLayoutVars>
      </dgm:prSet>
      <dgm:spPr/>
    </dgm:pt>
    <dgm:pt modelId="{E36A3CA2-14E3-414B-9466-1A8A7A403665}" type="pres">
      <dgm:prSet presAssocID="{B4920D17-D44D-4897-A8AA-C644204C5305}" presName="sibTrans" presStyleCnt="0"/>
      <dgm:spPr/>
    </dgm:pt>
    <dgm:pt modelId="{023D0D1C-3816-4B68-885D-E697CBF182E8}" type="pres">
      <dgm:prSet presAssocID="{710FF952-DB76-4A0D-BDBD-1DB57AE87FC7}" presName="node" presStyleLbl="node1" presStyleIdx="7" presStyleCnt="8">
        <dgm:presLayoutVars>
          <dgm:bulletEnabled val="1"/>
        </dgm:presLayoutVars>
      </dgm:prSet>
      <dgm:spPr/>
    </dgm:pt>
  </dgm:ptLst>
  <dgm:cxnLst>
    <dgm:cxn modelId="{2F46DF0A-9B5B-49ED-8401-5EDF6E36A587}" srcId="{3F2F61B4-A35B-4C97-835B-B950E1111031}" destId="{8F78BF90-1F63-4CA9-ACF8-24C07ED11EE1}" srcOrd="0" destOrd="0" parTransId="{800CA28F-9109-4BA8-91D0-17FF2B5BEE75}" sibTransId="{8E8080F8-DBF2-49F4-AB36-769F76E0AAAF}"/>
    <dgm:cxn modelId="{3ED17918-BE0C-41F4-B74C-8B248321D167}" type="presOf" srcId="{8F78BF90-1F63-4CA9-ACF8-24C07ED11EE1}" destId="{EEF6B3CE-C0FB-450F-8CEB-7ADD2A5E2E29}" srcOrd="0" destOrd="0" presId="urn:microsoft.com/office/officeart/2005/8/layout/default"/>
    <dgm:cxn modelId="{6773A81B-7404-4542-911C-6CBE1EA17A1D}" srcId="{3F2F61B4-A35B-4C97-835B-B950E1111031}" destId="{1096681D-B6AE-4CA3-854E-3E57E0206B8C}" srcOrd="2" destOrd="0" parTransId="{D610B635-A2AE-4C95-AF1E-01836F4F205B}" sibTransId="{9C1ED884-EA83-41C7-9AD6-3814D103A3A9}"/>
    <dgm:cxn modelId="{21E75F21-CF16-40E5-BE2A-D6FD0F3F7191}" type="presOf" srcId="{32DC6BA0-4D15-4377-A255-C6639DDB9317}" destId="{13A5840D-85BF-4A3E-821F-8E44FC71F43C}" srcOrd="0" destOrd="0" presId="urn:microsoft.com/office/officeart/2005/8/layout/default"/>
    <dgm:cxn modelId="{5DF1E238-2ADB-4B6A-A6FF-2196C774AD6A}" srcId="{3F2F61B4-A35B-4C97-835B-B950E1111031}" destId="{32DC6BA0-4D15-4377-A255-C6639DDB9317}" srcOrd="4" destOrd="0" parTransId="{E7D6E401-218D-4B3D-9CE8-BF54F57BB217}" sibTransId="{05BAD037-8860-4616-B74F-0985CA5B480D}"/>
    <dgm:cxn modelId="{51B5A064-BD31-4630-8D2B-0A3E425738CD}" srcId="{3F2F61B4-A35B-4C97-835B-B950E1111031}" destId="{33A3E747-AA0F-485D-9A14-CCA959EF43C0}" srcOrd="5" destOrd="0" parTransId="{4EFDC96F-90FA-412C-98E7-6F972ACCB1CF}" sibTransId="{19A5B6D2-1658-43CA-B98E-B2E05631865D}"/>
    <dgm:cxn modelId="{BC55A047-B493-42AC-AEBE-7B6753682BDD}" srcId="{3F2F61B4-A35B-4C97-835B-B950E1111031}" destId="{6583B23B-9037-4E59-831E-60D657CFAD4E}" srcOrd="3" destOrd="0" parTransId="{351958B8-EB4D-4A31-98EE-5826D87CC373}" sibTransId="{B34358C6-A57E-42D1-8884-E57E5AE3B3B6}"/>
    <dgm:cxn modelId="{86189172-DAFF-4598-BF0E-7B0C1D356FBD}" type="presOf" srcId="{33A3E747-AA0F-485D-9A14-CCA959EF43C0}" destId="{636D651A-3EF5-40A2-BF9C-33E3C59E4E78}" srcOrd="0" destOrd="0" presId="urn:microsoft.com/office/officeart/2005/8/layout/default"/>
    <dgm:cxn modelId="{EB2E7A55-417E-43A1-BDD3-CC436B404696}" type="presOf" srcId="{6583B23B-9037-4E59-831E-60D657CFAD4E}" destId="{96842D22-4E24-4070-9257-117ECA12DD89}" srcOrd="0" destOrd="0" presId="urn:microsoft.com/office/officeart/2005/8/layout/default"/>
    <dgm:cxn modelId="{AE77E698-C8B9-4709-A5CB-05A16B00B864}" srcId="{3F2F61B4-A35B-4C97-835B-B950E1111031}" destId="{5EC93E0E-7EC2-4E72-8201-E92C9B070FEE}" srcOrd="1" destOrd="0" parTransId="{7E764D2E-EA6A-42C0-8C5A-1B44A6A9B683}" sibTransId="{EC373D63-06A2-442A-BAB6-C0AE9F567BC3}"/>
    <dgm:cxn modelId="{256DAB9A-F14A-4422-BF6D-3D3141DA19D6}" type="presOf" srcId="{5EC93E0E-7EC2-4E72-8201-E92C9B070FEE}" destId="{A8564542-A2EB-4798-955D-7A4936F42122}" srcOrd="0" destOrd="0" presId="urn:microsoft.com/office/officeart/2005/8/layout/default"/>
    <dgm:cxn modelId="{F5D1A5A0-7B72-4F62-A990-C942754085C6}" type="presOf" srcId="{1428F561-A396-4CC9-B0B5-EAD11C5C3775}" destId="{F47DB272-2165-4D6F-861E-69DBE3BFA7C9}" srcOrd="0" destOrd="0" presId="urn:microsoft.com/office/officeart/2005/8/layout/default"/>
    <dgm:cxn modelId="{D0EB77BF-03E9-4319-89F0-C802EE53D6A7}" srcId="{3F2F61B4-A35B-4C97-835B-B950E1111031}" destId="{710FF952-DB76-4A0D-BDBD-1DB57AE87FC7}" srcOrd="7" destOrd="0" parTransId="{DFDA3B7F-C81C-42C5-93F9-7FF133B89076}" sibTransId="{5BDA4B35-2F29-493D-97CE-775E1E41434B}"/>
    <dgm:cxn modelId="{67D578C0-0831-41A0-9314-867B50203DA2}" type="presOf" srcId="{1096681D-B6AE-4CA3-854E-3E57E0206B8C}" destId="{CFB5FFAA-E84A-48A9-B69A-B501069CE661}" srcOrd="0" destOrd="0" presId="urn:microsoft.com/office/officeart/2005/8/layout/default"/>
    <dgm:cxn modelId="{447AE1D1-F5AB-42B9-87A8-52E436D7A607}" srcId="{3F2F61B4-A35B-4C97-835B-B950E1111031}" destId="{1428F561-A396-4CC9-B0B5-EAD11C5C3775}" srcOrd="6" destOrd="0" parTransId="{8E79D979-E4DE-4296-92C6-B3C0C8D8FEDC}" sibTransId="{B4920D17-D44D-4897-A8AA-C644204C5305}"/>
    <dgm:cxn modelId="{D2EACEDC-A5FC-43CB-B1E0-4BEF4216409F}" type="presOf" srcId="{710FF952-DB76-4A0D-BDBD-1DB57AE87FC7}" destId="{023D0D1C-3816-4B68-885D-E697CBF182E8}" srcOrd="0" destOrd="0" presId="urn:microsoft.com/office/officeart/2005/8/layout/default"/>
    <dgm:cxn modelId="{C06D7BFC-F9C3-4E0C-B891-413B128CBB48}" type="presOf" srcId="{3F2F61B4-A35B-4C97-835B-B950E1111031}" destId="{16B86AC1-48BA-4A4A-8D03-1E333326717A}" srcOrd="0" destOrd="0" presId="urn:microsoft.com/office/officeart/2005/8/layout/default"/>
    <dgm:cxn modelId="{1736C059-CA2B-4BEC-BF22-2C404AA9A967}" type="presParOf" srcId="{16B86AC1-48BA-4A4A-8D03-1E333326717A}" destId="{EEF6B3CE-C0FB-450F-8CEB-7ADD2A5E2E29}" srcOrd="0" destOrd="0" presId="urn:microsoft.com/office/officeart/2005/8/layout/default"/>
    <dgm:cxn modelId="{71A7846A-7078-45D3-A2C9-A8275A173247}" type="presParOf" srcId="{16B86AC1-48BA-4A4A-8D03-1E333326717A}" destId="{4927F530-999A-4432-BED1-F31C60B383E9}" srcOrd="1" destOrd="0" presId="urn:microsoft.com/office/officeart/2005/8/layout/default"/>
    <dgm:cxn modelId="{144BABD3-2D08-4240-8A7C-838D940AED93}" type="presParOf" srcId="{16B86AC1-48BA-4A4A-8D03-1E333326717A}" destId="{A8564542-A2EB-4798-955D-7A4936F42122}" srcOrd="2" destOrd="0" presId="urn:microsoft.com/office/officeart/2005/8/layout/default"/>
    <dgm:cxn modelId="{133783BB-0F1A-4B26-9311-FB38A52820FE}" type="presParOf" srcId="{16B86AC1-48BA-4A4A-8D03-1E333326717A}" destId="{E801AB8A-2FD3-4617-97CD-BF4354B3607B}" srcOrd="3" destOrd="0" presId="urn:microsoft.com/office/officeart/2005/8/layout/default"/>
    <dgm:cxn modelId="{03CAF7E8-FFD4-443A-AE5B-A32FFF8529B9}" type="presParOf" srcId="{16B86AC1-48BA-4A4A-8D03-1E333326717A}" destId="{CFB5FFAA-E84A-48A9-B69A-B501069CE661}" srcOrd="4" destOrd="0" presId="urn:microsoft.com/office/officeart/2005/8/layout/default"/>
    <dgm:cxn modelId="{FB0F3BA2-5A2A-42B6-A535-88ACD969D912}" type="presParOf" srcId="{16B86AC1-48BA-4A4A-8D03-1E333326717A}" destId="{C26B5626-AAB8-43F4-BF21-81FE14B2099D}" srcOrd="5" destOrd="0" presId="urn:microsoft.com/office/officeart/2005/8/layout/default"/>
    <dgm:cxn modelId="{F9FCE957-1C8D-4CDF-A921-A043F7877D9C}" type="presParOf" srcId="{16B86AC1-48BA-4A4A-8D03-1E333326717A}" destId="{96842D22-4E24-4070-9257-117ECA12DD89}" srcOrd="6" destOrd="0" presId="urn:microsoft.com/office/officeart/2005/8/layout/default"/>
    <dgm:cxn modelId="{02616F0A-5234-40D7-898B-A032D556898F}" type="presParOf" srcId="{16B86AC1-48BA-4A4A-8D03-1E333326717A}" destId="{14225DC1-9BC9-4EF0-B992-981B4B096CBB}" srcOrd="7" destOrd="0" presId="urn:microsoft.com/office/officeart/2005/8/layout/default"/>
    <dgm:cxn modelId="{95FD4BB7-CF0B-49C1-B22D-E2139C523E05}" type="presParOf" srcId="{16B86AC1-48BA-4A4A-8D03-1E333326717A}" destId="{13A5840D-85BF-4A3E-821F-8E44FC71F43C}" srcOrd="8" destOrd="0" presId="urn:microsoft.com/office/officeart/2005/8/layout/default"/>
    <dgm:cxn modelId="{EFD57123-A07C-4DBB-B24D-E60CED813EC4}" type="presParOf" srcId="{16B86AC1-48BA-4A4A-8D03-1E333326717A}" destId="{7DC978BA-ABBC-42C4-B171-EAFDFED09CB8}" srcOrd="9" destOrd="0" presId="urn:microsoft.com/office/officeart/2005/8/layout/default"/>
    <dgm:cxn modelId="{91A41A8E-1F9E-496E-8613-617AC384F64B}" type="presParOf" srcId="{16B86AC1-48BA-4A4A-8D03-1E333326717A}" destId="{636D651A-3EF5-40A2-BF9C-33E3C59E4E78}" srcOrd="10" destOrd="0" presId="urn:microsoft.com/office/officeart/2005/8/layout/default"/>
    <dgm:cxn modelId="{89CD006A-A349-4E78-8096-443419F353B1}" type="presParOf" srcId="{16B86AC1-48BA-4A4A-8D03-1E333326717A}" destId="{47E8CC0A-5DB0-4CD2-92A2-9DF42EB8879E}" srcOrd="11" destOrd="0" presId="urn:microsoft.com/office/officeart/2005/8/layout/default"/>
    <dgm:cxn modelId="{096FAD3D-D979-45F6-8E0C-73A00B81DAFD}" type="presParOf" srcId="{16B86AC1-48BA-4A4A-8D03-1E333326717A}" destId="{F47DB272-2165-4D6F-861E-69DBE3BFA7C9}" srcOrd="12" destOrd="0" presId="urn:microsoft.com/office/officeart/2005/8/layout/default"/>
    <dgm:cxn modelId="{66A3A964-62DA-44F2-BB8F-2567E49A5969}" type="presParOf" srcId="{16B86AC1-48BA-4A4A-8D03-1E333326717A}" destId="{E36A3CA2-14E3-414B-9466-1A8A7A403665}" srcOrd="13" destOrd="0" presId="urn:microsoft.com/office/officeart/2005/8/layout/default"/>
    <dgm:cxn modelId="{638B77F5-8DE7-4868-871C-C4DB778D3CE7}" type="presParOf" srcId="{16B86AC1-48BA-4A4A-8D03-1E333326717A}" destId="{023D0D1C-3816-4B68-885D-E697CBF182E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58101F8-CAEC-4CA4-AE7E-685A153A84A4}" type="doc">
      <dgm:prSet loTypeId="urn:microsoft.com/office/officeart/2005/8/layout/vProcess5" loCatId="process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09545C6-6712-4A08-B90A-9B2CF80B7B3F}">
      <dgm:prSet/>
      <dgm:spPr/>
      <dgm:t>
        <a:bodyPr/>
        <a:lstStyle/>
        <a:p>
          <a:r>
            <a:rPr lang="en-US" b="0" i="0" baseline="0"/>
            <a:t>Introducerea memoriei vectoriale</a:t>
          </a:r>
          <a:endParaRPr lang="en-US"/>
        </a:p>
      </dgm:t>
    </dgm:pt>
    <dgm:pt modelId="{120B36DE-2919-4E27-818A-C3C45949BAED}" type="parTrans" cxnId="{1DB61AD8-2F63-4BE0-8528-A9169100AFF1}">
      <dgm:prSet/>
      <dgm:spPr/>
      <dgm:t>
        <a:bodyPr/>
        <a:lstStyle/>
        <a:p>
          <a:endParaRPr lang="en-US"/>
        </a:p>
      </dgm:t>
    </dgm:pt>
    <dgm:pt modelId="{385C9B5B-2238-493A-87EB-25F730E5879A}" type="sibTrans" cxnId="{1DB61AD8-2F63-4BE0-8528-A9169100AFF1}">
      <dgm:prSet/>
      <dgm:spPr/>
      <dgm:t>
        <a:bodyPr/>
        <a:lstStyle/>
        <a:p>
          <a:endParaRPr lang="en-US"/>
        </a:p>
      </dgm:t>
    </dgm:pt>
    <dgm:pt modelId="{59AA4C11-CCA6-4C75-B7B8-B72B3B98EB82}">
      <dgm:prSet/>
      <dgm:spPr/>
      <dgm:t>
        <a:bodyPr/>
        <a:lstStyle/>
        <a:p>
          <a:r>
            <a:rPr lang="en-US" b="0" i="0" baseline="0"/>
            <a:t>Prompting în loc de fine-tuning</a:t>
          </a:r>
          <a:endParaRPr lang="en-US"/>
        </a:p>
      </dgm:t>
    </dgm:pt>
    <dgm:pt modelId="{7E8FAAF3-89AC-4A51-ADFF-9B87AEE814B3}" type="parTrans" cxnId="{984AC1EE-A378-40C5-9744-64428DB59C47}">
      <dgm:prSet/>
      <dgm:spPr/>
      <dgm:t>
        <a:bodyPr/>
        <a:lstStyle/>
        <a:p>
          <a:endParaRPr lang="en-US"/>
        </a:p>
      </dgm:t>
    </dgm:pt>
    <dgm:pt modelId="{C7ACB294-7845-4183-B996-7E4308B4B59F}" type="sibTrans" cxnId="{984AC1EE-A378-40C5-9744-64428DB59C47}">
      <dgm:prSet/>
      <dgm:spPr/>
      <dgm:t>
        <a:bodyPr/>
        <a:lstStyle/>
        <a:p>
          <a:endParaRPr lang="en-US"/>
        </a:p>
      </dgm:t>
    </dgm:pt>
    <dgm:pt modelId="{AD6C1A0D-A2C0-446B-BE64-2488265A96B7}">
      <dgm:prSet/>
      <dgm:spPr/>
      <dgm:t>
        <a:bodyPr/>
        <a:lstStyle/>
        <a:p>
          <a:r>
            <a:rPr lang="en-US" b="0" i="0" baseline="0"/>
            <a:t>Separarea logicii în agenți</a:t>
          </a:r>
          <a:endParaRPr lang="en-US"/>
        </a:p>
      </dgm:t>
    </dgm:pt>
    <dgm:pt modelId="{DFD679F0-096E-4D50-BF40-9EAE1A1688FA}" type="parTrans" cxnId="{537F8CB7-7890-48F9-BBE6-0D3EAC4C064A}">
      <dgm:prSet/>
      <dgm:spPr/>
      <dgm:t>
        <a:bodyPr/>
        <a:lstStyle/>
        <a:p>
          <a:endParaRPr lang="en-US"/>
        </a:p>
      </dgm:t>
    </dgm:pt>
    <dgm:pt modelId="{59D20291-98A5-4D48-8306-51ABCFDD8B1D}" type="sibTrans" cxnId="{537F8CB7-7890-48F9-BBE6-0D3EAC4C064A}">
      <dgm:prSet/>
      <dgm:spPr/>
      <dgm:t>
        <a:bodyPr/>
        <a:lstStyle/>
        <a:p>
          <a:endParaRPr lang="en-US"/>
        </a:p>
      </dgm:t>
    </dgm:pt>
    <dgm:pt modelId="{F050CB0B-DC4E-492A-B679-5B978B78BF05}">
      <dgm:prSet/>
      <dgm:spPr/>
      <dgm:t>
        <a:bodyPr/>
        <a:lstStyle/>
        <a:p>
          <a:r>
            <a:rPr lang="en-US" b="0" i="0" baseline="0"/>
            <a:t>Rulare locală a LLM</a:t>
          </a:r>
          <a:endParaRPr lang="en-US"/>
        </a:p>
      </dgm:t>
    </dgm:pt>
    <dgm:pt modelId="{CDF254C6-EB57-4BD5-827B-B694FD669C55}" type="parTrans" cxnId="{2F16D3C3-5706-4EAE-9845-04178AF5D43A}">
      <dgm:prSet/>
      <dgm:spPr/>
      <dgm:t>
        <a:bodyPr/>
        <a:lstStyle/>
        <a:p>
          <a:endParaRPr lang="en-US"/>
        </a:p>
      </dgm:t>
    </dgm:pt>
    <dgm:pt modelId="{448B5031-A750-4271-9793-1FB108480AA3}" type="sibTrans" cxnId="{2F16D3C3-5706-4EAE-9845-04178AF5D43A}">
      <dgm:prSet/>
      <dgm:spPr/>
      <dgm:t>
        <a:bodyPr/>
        <a:lstStyle/>
        <a:p>
          <a:endParaRPr lang="en-US"/>
        </a:p>
      </dgm:t>
    </dgm:pt>
    <dgm:pt modelId="{7187874F-35CD-46B4-84E2-C5373987A4FE}">
      <dgm:prSet/>
      <dgm:spPr/>
      <dgm:t>
        <a:bodyPr/>
        <a:lstStyle/>
        <a:p>
          <a:r>
            <a:rPr lang="en-US" b="0" i="0" baseline="0"/>
            <a:t>Containerizare completă (Docker)</a:t>
          </a:r>
          <a:endParaRPr lang="en-US"/>
        </a:p>
      </dgm:t>
    </dgm:pt>
    <dgm:pt modelId="{CC9F9E27-D572-4CA1-ACC7-7D27552882A9}" type="parTrans" cxnId="{39A393D2-4630-43EE-AC28-39FEE87DE349}">
      <dgm:prSet/>
      <dgm:spPr/>
      <dgm:t>
        <a:bodyPr/>
        <a:lstStyle/>
        <a:p>
          <a:endParaRPr lang="en-US"/>
        </a:p>
      </dgm:t>
    </dgm:pt>
    <dgm:pt modelId="{9794B639-7747-4563-8DFC-4989843CD282}" type="sibTrans" cxnId="{39A393D2-4630-43EE-AC28-39FEE87DE349}">
      <dgm:prSet/>
      <dgm:spPr/>
      <dgm:t>
        <a:bodyPr/>
        <a:lstStyle/>
        <a:p>
          <a:endParaRPr lang="en-US"/>
        </a:p>
      </dgm:t>
    </dgm:pt>
    <dgm:pt modelId="{7C59AB05-BADF-44D4-A4AB-608B4A13B7DD}" type="pres">
      <dgm:prSet presAssocID="{D58101F8-CAEC-4CA4-AE7E-685A153A84A4}" presName="outerComposite" presStyleCnt="0">
        <dgm:presLayoutVars>
          <dgm:chMax val="5"/>
          <dgm:dir/>
          <dgm:resizeHandles val="exact"/>
        </dgm:presLayoutVars>
      </dgm:prSet>
      <dgm:spPr/>
    </dgm:pt>
    <dgm:pt modelId="{87EE9EEE-D705-4FB8-A34A-3A8717B3F1BA}" type="pres">
      <dgm:prSet presAssocID="{D58101F8-CAEC-4CA4-AE7E-685A153A84A4}" presName="dummyMaxCanvas" presStyleCnt="0">
        <dgm:presLayoutVars/>
      </dgm:prSet>
      <dgm:spPr/>
    </dgm:pt>
    <dgm:pt modelId="{A8EE44E9-96F7-429D-B4DC-CF99F1B5621C}" type="pres">
      <dgm:prSet presAssocID="{D58101F8-CAEC-4CA4-AE7E-685A153A84A4}" presName="FiveNodes_1" presStyleLbl="node1" presStyleIdx="0" presStyleCnt="5">
        <dgm:presLayoutVars>
          <dgm:bulletEnabled val="1"/>
        </dgm:presLayoutVars>
      </dgm:prSet>
      <dgm:spPr/>
    </dgm:pt>
    <dgm:pt modelId="{F65CDFF1-F180-4435-9F59-A6D7CCCAEC69}" type="pres">
      <dgm:prSet presAssocID="{D58101F8-CAEC-4CA4-AE7E-685A153A84A4}" presName="FiveNodes_2" presStyleLbl="node1" presStyleIdx="1" presStyleCnt="5">
        <dgm:presLayoutVars>
          <dgm:bulletEnabled val="1"/>
        </dgm:presLayoutVars>
      </dgm:prSet>
      <dgm:spPr/>
    </dgm:pt>
    <dgm:pt modelId="{29690C86-00B5-40AC-821B-0E9B71FE41A7}" type="pres">
      <dgm:prSet presAssocID="{D58101F8-CAEC-4CA4-AE7E-685A153A84A4}" presName="FiveNodes_3" presStyleLbl="node1" presStyleIdx="2" presStyleCnt="5">
        <dgm:presLayoutVars>
          <dgm:bulletEnabled val="1"/>
        </dgm:presLayoutVars>
      </dgm:prSet>
      <dgm:spPr/>
    </dgm:pt>
    <dgm:pt modelId="{631B77B2-C01E-4E67-AB61-68001D2C86CE}" type="pres">
      <dgm:prSet presAssocID="{D58101F8-CAEC-4CA4-AE7E-685A153A84A4}" presName="FiveNodes_4" presStyleLbl="node1" presStyleIdx="3" presStyleCnt="5">
        <dgm:presLayoutVars>
          <dgm:bulletEnabled val="1"/>
        </dgm:presLayoutVars>
      </dgm:prSet>
      <dgm:spPr/>
    </dgm:pt>
    <dgm:pt modelId="{6D3D59CB-71BA-47EB-9454-8BAB0AE4887C}" type="pres">
      <dgm:prSet presAssocID="{D58101F8-CAEC-4CA4-AE7E-685A153A84A4}" presName="FiveNodes_5" presStyleLbl="node1" presStyleIdx="4" presStyleCnt="5">
        <dgm:presLayoutVars>
          <dgm:bulletEnabled val="1"/>
        </dgm:presLayoutVars>
      </dgm:prSet>
      <dgm:spPr/>
    </dgm:pt>
    <dgm:pt modelId="{451F3767-5280-4F94-A96B-95FD084EE023}" type="pres">
      <dgm:prSet presAssocID="{D58101F8-CAEC-4CA4-AE7E-685A153A84A4}" presName="FiveConn_1-2" presStyleLbl="fgAccFollowNode1" presStyleIdx="0" presStyleCnt="4">
        <dgm:presLayoutVars>
          <dgm:bulletEnabled val="1"/>
        </dgm:presLayoutVars>
      </dgm:prSet>
      <dgm:spPr/>
    </dgm:pt>
    <dgm:pt modelId="{4BEE062F-261C-490C-AA05-87267266BDAD}" type="pres">
      <dgm:prSet presAssocID="{D58101F8-CAEC-4CA4-AE7E-685A153A84A4}" presName="FiveConn_2-3" presStyleLbl="fgAccFollowNode1" presStyleIdx="1" presStyleCnt="4">
        <dgm:presLayoutVars>
          <dgm:bulletEnabled val="1"/>
        </dgm:presLayoutVars>
      </dgm:prSet>
      <dgm:spPr/>
    </dgm:pt>
    <dgm:pt modelId="{B19092BE-15BC-425C-BDE7-8DE651E3C3D1}" type="pres">
      <dgm:prSet presAssocID="{D58101F8-CAEC-4CA4-AE7E-685A153A84A4}" presName="FiveConn_3-4" presStyleLbl="fgAccFollowNode1" presStyleIdx="2" presStyleCnt="4">
        <dgm:presLayoutVars>
          <dgm:bulletEnabled val="1"/>
        </dgm:presLayoutVars>
      </dgm:prSet>
      <dgm:spPr/>
    </dgm:pt>
    <dgm:pt modelId="{F9EDC92B-0FB9-4ECB-B7E7-AA84E59700FF}" type="pres">
      <dgm:prSet presAssocID="{D58101F8-CAEC-4CA4-AE7E-685A153A84A4}" presName="FiveConn_4-5" presStyleLbl="fgAccFollowNode1" presStyleIdx="3" presStyleCnt="4">
        <dgm:presLayoutVars>
          <dgm:bulletEnabled val="1"/>
        </dgm:presLayoutVars>
      </dgm:prSet>
      <dgm:spPr/>
    </dgm:pt>
    <dgm:pt modelId="{3C3FC3D2-3A1F-4642-8188-40240D6733AA}" type="pres">
      <dgm:prSet presAssocID="{D58101F8-CAEC-4CA4-AE7E-685A153A84A4}" presName="FiveNodes_1_text" presStyleLbl="node1" presStyleIdx="4" presStyleCnt="5">
        <dgm:presLayoutVars>
          <dgm:bulletEnabled val="1"/>
        </dgm:presLayoutVars>
      </dgm:prSet>
      <dgm:spPr/>
    </dgm:pt>
    <dgm:pt modelId="{569FF62F-73E1-4D8A-A123-D93DFE1D2F73}" type="pres">
      <dgm:prSet presAssocID="{D58101F8-CAEC-4CA4-AE7E-685A153A84A4}" presName="FiveNodes_2_text" presStyleLbl="node1" presStyleIdx="4" presStyleCnt="5">
        <dgm:presLayoutVars>
          <dgm:bulletEnabled val="1"/>
        </dgm:presLayoutVars>
      </dgm:prSet>
      <dgm:spPr/>
    </dgm:pt>
    <dgm:pt modelId="{2268431E-FB01-4E52-813D-2CC95C64F1F4}" type="pres">
      <dgm:prSet presAssocID="{D58101F8-CAEC-4CA4-AE7E-685A153A84A4}" presName="FiveNodes_3_text" presStyleLbl="node1" presStyleIdx="4" presStyleCnt="5">
        <dgm:presLayoutVars>
          <dgm:bulletEnabled val="1"/>
        </dgm:presLayoutVars>
      </dgm:prSet>
      <dgm:spPr/>
    </dgm:pt>
    <dgm:pt modelId="{2AFBA66D-2D6B-415E-B5B6-F12600D5A9B1}" type="pres">
      <dgm:prSet presAssocID="{D58101F8-CAEC-4CA4-AE7E-685A153A84A4}" presName="FiveNodes_4_text" presStyleLbl="node1" presStyleIdx="4" presStyleCnt="5">
        <dgm:presLayoutVars>
          <dgm:bulletEnabled val="1"/>
        </dgm:presLayoutVars>
      </dgm:prSet>
      <dgm:spPr/>
    </dgm:pt>
    <dgm:pt modelId="{A8D50DDD-DC49-43B1-BCCB-265FC3263DB7}" type="pres">
      <dgm:prSet presAssocID="{D58101F8-CAEC-4CA4-AE7E-685A153A84A4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F4D1A11-C121-4D92-A5FA-9EE482220FC6}" type="presOf" srcId="{F050CB0B-DC4E-492A-B679-5B978B78BF05}" destId="{631B77B2-C01E-4E67-AB61-68001D2C86CE}" srcOrd="0" destOrd="0" presId="urn:microsoft.com/office/officeart/2005/8/layout/vProcess5"/>
    <dgm:cxn modelId="{CC518222-EED9-421C-9765-73DCE7DB6080}" type="presOf" srcId="{7187874F-35CD-46B4-84E2-C5373987A4FE}" destId="{6D3D59CB-71BA-47EB-9454-8BAB0AE4887C}" srcOrd="0" destOrd="0" presId="urn:microsoft.com/office/officeart/2005/8/layout/vProcess5"/>
    <dgm:cxn modelId="{068C732A-21F4-4EB3-9C38-8E9CB7C0159B}" type="presOf" srcId="{C7ACB294-7845-4183-B996-7E4308B4B59F}" destId="{4BEE062F-261C-490C-AA05-87267266BDAD}" srcOrd="0" destOrd="0" presId="urn:microsoft.com/office/officeart/2005/8/layout/vProcess5"/>
    <dgm:cxn modelId="{97279933-FBD4-4EEF-ADE4-D94D71FAB154}" type="presOf" srcId="{59AA4C11-CCA6-4C75-B7B8-B72B3B98EB82}" destId="{F65CDFF1-F180-4435-9F59-A6D7CCCAEC69}" srcOrd="0" destOrd="0" presId="urn:microsoft.com/office/officeart/2005/8/layout/vProcess5"/>
    <dgm:cxn modelId="{10D0894C-C2CA-4A25-BC84-6F3B82F367CD}" type="presOf" srcId="{209545C6-6712-4A08-B90A-9B2CF80B7B3F}" destId="{3C3FC3D2-3A1F-4642-8188-40240D6733AA}" srcOrd="1" destOrd="0" presId="urn:microsoft.com/office/officeart/2005/8/layout/vProcess5"/>
    <dgm:cxn modelId="{E66CE152-FBD7-4A2F-8F2B-7EF48CC70845}" type="presOf" srcId="{385C9B5B-2238-493A-87EB-25F730E5879A}" destId="{451F3767-5280-4F94-A96B-95FD084EE023}" srcOrd="0" destOrd="0" presId="urn:microsoft.com/office/officeart/2005/8/layout/vProcess5"/>
    <dgm:cxn modelId="{EB29F585-7160-4775-80E0-729E34646776}" type="presOf" srcId="{59D20291-98A5-4D48-8306-51ABCFDD8B1D}" destId="{B19092BE-15BC-425C-BDE7-8DE651E3C3D1}" srcOrd="0" destOrd="0" presId="urn:microsoft.com/office/officeart/2005/8/layout/vProcess5"/>
    <dgm:cxn modelId="{F2AAFB95-431F-4636-88E1-DA32978BCFDE}" type="presOf" srcId="{AD6C1A0D-A2C0-446B-BE64-2488265A96B7}" destId="{2268431E-FB01-4E52-813D-2CC95C64F1F4}" srcOrd="1" destOrd="0" presId="urn:microsoft.com/office/officeart/2005/8/layout/vProcess5"/>
    <dgm:cxn modelId="{9FB1D9A4-DEB6-4B0C-828E-4CBB318B6B27}" type="presOf" srcId="{59AA4C11-CCA6-4C75-B7B8-B72B3B98EB82}" destId="{569FF62F-73E1-4D8A-A123-D93DFE1D2F73}" srcOrd="1" destOrd="0" presId="urn:microsoft.com/office/officeart/2005/8/layout/vProcess5"/>
    <dgm:cxn modelId="{9543E8B0-5201-4AED-8D31-8E10A2941A5B}" type="presOf" srcId="{F050CB0B-DC4E-492A-B679-5B978B78BF05}" destId="{2AFBA66D-2D6B-415E-B5B6-F12600D5A9B1}" srcOrd="1" destOrd="0" presId="urn:microsoft.com/office/officeart/2005/8/layout/vProcess5"/>
    <dgm:cxn modelId="{02B818B1-5D24-473B-8E2F-2E8177647B42}" type="presOf" srcId="{D58101F8-CAEC-4CA4-AE7E-685A153A84A4}" destId="{7C59AB05-BADF-44D4-A4AB-608B4A13B7DD}" srcOrd="0" destOrd="0" presId="urn:microsoft.com/office/officeart/2005/8/layout/vProcess5"/>
    <dgm:cxn modelId="{537F8CB7-7890-48F9-BBE6-0D3EAC4C064A}" srcId="{D58101F8-CAEC-4CA4-AE7E-685A153A84A4}" destId="{AD6C1A0D-A2C0-446B-BE64-2488265A96B7}" srcOrd="2" destOrd="0" parTransId="{DFD679F0-096E-4D50-BF40-9EAE1A1688FA}" sibTransId="{59D20291-98A5-4D48-8306-51ABCFDD8B1D}"/>
    <dgm:cxn modelId="{2F16D3C3-5706-4EAE-9845-04178AF5D43A}" srcId="{D58101F8-CAEC-4CA4-AE7E-685A153A84A4}" destId="{F050CB0B-DC4E-492A-B679-5B978B78BF05}" srcOrd="3" destOrd="0" parTransId="{CDF254C6-EB57-4BD5-827B-B694FD669C55}" sibTransId="{448B5031-A750-4271-9793-1FB108480AA3}"/>
    <dgm:cxn modelId="{1056DAC5-BC10-403B-8A75-44CBD21263C5}" type="presOf" srcId="{448B5031-A750-4271-9793-1FB108480AA3}" destId="{F9EDC92B-0FB9-4ECB-B7E7-AA84E59700FF}" srcOrd="0" destOrd="0" presId="urn:microsoft.com/office/officeart/2005/8/layout/vProcess5"/>
    <dgm:cxn modelId="{C76B42C8-5A14-49EC-B41B-CAB54E22ADA2}" type="presOf" srcId="{7187874F-35CD-46B4-84E2-C5373987A4FE}" destId="{A8D50DDD-DC49-43B1-BCCB-265FC3263DB7}" srcOrd="1" destOrd="0" presId="urn:microsoft.com/office/officeart/2005/8/layout/vProcess5"/>
    <dgm:cxn modelId="{9C3954D2-6340-4EEE-A881-232DE3DDA825}" type="presOf" srcId="{209545C6-6712-4A08-B90A-9B2CF80B7B3F}" destId="{A8EE44E9-96F7-429D-B4DC-CF99F1B5621C}" srcOrd="0" destOrd="0" presId="urn:microsoft.com/office/officeart/2005/8/layout/vProcess5"/>
    <dgm:cxn modelId="{39A393D2-4630-43EE-AC28-39FEE87DE349}" srcId="{D58101F8-CAEC-4CA4-AE7E-685A153A84A4}" destId="{7187874F-35CD-46B4-84E2-C5373987A4FE}" srcOrd="4" destOrd="0" parTransId="{CC9F9E27-D572-4CA1-ACC7-7D27552882A9}" sibTransId="{9794B639-7747-4563-8DFC-4989843CD282}"/>
    <dgm:cxn modelId="{1DB61AD8-2F63-4BE0-8528-A9169100AFF1}" srcId="{D58101F8-CAEC-4CA4-AE7E-685A153A84A4}" destId="{209545C6-6712-4A08-B90A-9B2CF80B7B3F}" srcOrd="0" destOrd="0" parTransId="{120B36DE-2919-4E27-818A-C3C45949BAED}" sibTransId="{385C9B5B-2238-493A-87EB-25F730E5879A}"/>
    <dgm:cxn modelId="{6BBE7DE6-3CDB-46D5-8E94-257559B3D003}" type="presOf" srcId="{AD6C1A0D-A2C0-446B-BE64-2488265A96B7}" destId="{29690C86-00B5-40AC-821B-0E9B71FE41A7}" srcOrd="0" destOrd="0" presId="urn:microsoft.com/office/officeart/2005/8/layout/vProcess5"/>
    <dgm:cxn modelId="{984AC1EE-A378-40C5-9744-64428DB59C47}" srcId="{D58101F8-CAEC-4CA4-AE7E-685A153A84A4}" destId="{59AA4C11-CCA6-4C75-B7B8-B72B3B98EB82}" srcOrd="1" destOrd="0" parTransId="{7E8FAAF3-89AC-4A51-ADFF-9B87AEE814B3}" sibTransId="{C7ACB294-7845-4183-B996-7E4308B4B59F}"/>
    <dgm:cxn modelId="{D99B886F-3E61-4E70-B730-AEE1E4B733A8}" type="presParOf" srcId="{7C59AB05-BADF-44D4-A4AB-608B4A13B7DD}" destId="{87EE9EEE-D705-4FB8-A34A-3A8717B3F1BA}" srcOrd="0" destOrd="0" presId="urn:microsoft.com/office/officeart/2005/8/layout/vProcess5"/>
    <dgm:cxn modelId="{8B9696B9-B732-4C1A-8FBC-E0D9BA25D12C}" type="presParOf" srcId="{7C59AB05-BADF-44D4-A4AB-608B4A13B7DD}" destId="{A8EE44E9-96F7-429D-B4DC-CF99F1B5621C}" srcOrd="1" destOrd="0" presId="urn:microsoft.com/office/officeart/2005/8/layout/vProcess5"/>
    <dgm:cxn modelId="{08569D0E-1315-4727-B248-19259FB086E0}" type="presParOf" srcId="{7C59AB05-BADF-44D4-A4AB-608B4A13B7DD}" destId="{F65CDFF1-F180-4435-9F59-A6D7CCCAEC69}" srcOrd="2" destOrd="0" presId="urn:microsoft.com/office/officeart/2005/8/layout/vProcess5"/>
    <dgm:cxn modelId="{1394967F-1542-4935-B1D7-1ED65984937D}" type="presParOf" srcId="{7C59AB05-BADF-44D4-A4AB-608B4A13B7DD}" destId="{29690C86-00B5-40AC-821B-0E9B71FE41A7}" srcOrd="3" destOrd="0" presId="urn:microsoft.com/office/officeart/2005/8/layout/vProcess5"/>
    <dgm:cxn modelId="{173C1914-CDE0-4D62-A772-0783E3843F85}" type="presParOf" srcId="{7C59AB05-BADF-44D4-A4AB-608B4A13B7DD}" destId="{631B77B2-C01E-4E67-AB61-68001D2C86CE}" srcOrd="4" destOrd="0" presId="urn:microsoft.com/office/officeart/2005/8/layout/vProcess5"/>
    <dgm:cxn modelId="{6E8E525E-440E-4C80-8F8E-1E8CA12DBE79}" type="presParOf" srcId="{7C59AB05-BADF-44D4-A4AB-608B4A13B7DD}" destId="{6D3D59CB-71BA-47EB-9454-8BAB0AE4887C}" srcOrd="5" destOrd="0" presId="urn:microsoft.com/office/officeart/2005/8/layout/vProcess5"/>
    <dgm:cxn modelId="{CB1B9F82-AAE5-42B0-8E74-9CF85D522C4E}" type="presParOf" srcId="{7C59AB05-BADF-44D4-A4AB-608B4A13B7DD}" destId="{451F3767-5280-4F94-A96B-95FD084EE023}" srcOrd="6" destOrd="0" presId="urn:microsoft.com/office/officeart/2005/8/layout/vProcess5"/>
    <dgm:cxn modelId="{674486E4-B4B4-4392-9C83-E91C8DBF0BFC}" type="presParOf" srcId="{7C59AB05-BADF-44D4-A4AB-608B4A13B7DD}" destId="{4BEE062F-261C-490C-AA05-87267266BDAD}" srcOrd="7" destOrd="0" presId="urn:microsoft.com/office/officeart/2005/8/layout/vProcess5"/>
    <dgm:cxn modelId="{4EBC822F-8692-4941-9273-2D6589FE7A33}" type="presParOf" srcId="{7C59AB05-BADF-44D4-A4AB-608B4A13B7DD}" destId="{B19092BE-15BC-425C-BDE7-8DE651E3C3D1}" srcOrd="8" destOrd="0" presId="urn:microsoft.com/office/officeart/2005/8/layout/vProcess5"/>
    <dgm:cxn modelId="{64F4429C-28A7-48A5-AD0F-25A7E90E0035}" type="presParOf" srcId="{7C59AB05-BADF-44D4-A4AB-608B4A13B7DD}" destId="{F9EDC92B-0FB9-4ECB-B7E7-AA84E59700FF}" srcOrd="9" destOrd="0" presId="urn:microsoft.com/office/officeart/2005/8/layout/vProcess5"/>
    <dgm:cxn modelId="{88647952-4683-4659-B9CB-C879458A71A4}" type="presParOf" srcId="{7C59AB05-BADF-44D4-A4AB-608B4A13B7DD}" destId="{3C3FC3D2-3A1F-4642-8188-40240D6733AA}" srcOrd="10" destOrd="0" presId="urn:microsoft.com/office/officeart/2005/8/layout/vProcess5"/>
    <dgm:cxn modelId="{D62C1538-3DBF-4330-85EC-CA80F357BDDD}" type="presParOf" srcId="{7C59AB05-BADF-44D4-A4AB-608B4A13B7DD}" destId="{569FF62F-73E1-4D8A-A123-D93DFE1D2F73}" srcOrd="11" destOrd="0" presId="urn:microsoft.com/office/officeart/2005/8/layout/vProcess5"/>
    <dgm:cxn modelId="{B47E7C11-5E73-414B-AE45-1B002B5E0FD5}" type="presParOf" srcId="{7C59AB05-BADF-44D4-A4AB-608B4A13B7DD}" destId="{2268431E-FB01-4E52-813D-2CC95C64F1F4}" srcOrd="12" destOrd="0" presId="urn:microsoft.com/office/officeart/2005/8/layout/vProcess5"/>
    <dgm:cxn modelId="{A1CB7A2C-C047-42C0-989C-305DC7F39D87}" type="presParOf" srcId="{7C59AB05-BADF-44D4-A4AB-608B4A13B7DD}" destId="{2AFBA66D-2D6B-415E-B5B6-F12600D5A9B1}" srcOrd="13" destOrd="0" presId="urn:microsoft.com/office/officeart/2005/8/layout/vProcess5"/>
    <dgm:cxn modelId="{9F6FD439-C77D-4301-B072-FD29B563B527}" type="presParOf" srcId="{7C59AB05-BADF-44D4-A4AB-608B4A13B7DD}" destId="{A8D50DDD-DC49-43B1-BCCB-265FC3263DB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B0A5A28-2947-4086-B8CC-4FFA34F6EAD5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B4941C6-2FDC-4193-9F1D-A47C2E094B76}">
      <dgm:prSet/>
      <dgm:spPr/>
      <dgm:t>
        <a:bodyPr/>
        <a:lstStyle/>
        <a:p>
          <a:r>
            <a:rPr lang="it-IT"/>
            <a:t>Functionalitatile principale validate</a:t>
          </a:r>
          <a:endParaRPr lang="en-US"/>
        </a:p>
      </dgm:t>
    </dgm:pt>
    <dgm:pt modelId="{0DF681BF-1161-4655-8047-467801AC90A0}" type="parTrans" cxnId="{4C1642D5-FEE2-43F5-9312-B7A8CB5C8715}">
      <dgm:prSet/>
      <dgm:spPr/>
      <dgm:t>
        <a:bodyPr/>
        <a:lstStyle/>
        <a:p>
          <a:endParaRPr lang="en-US"/>
        </a:p>
      </dgm:t>
    </dgm:pt>
    <dgm:pt modelId="{74F0BB4F-1A10-47A6-BF39-63CB52680315}" type="sibTrans" cxnId="{4C1642D5-FEE2-43F5-9312-B7A8CB5C8715}">
      <dgm:prSet/>
      <dgm:spPr/>
      <dgm:t>
        <a:bodyPr/>
        <a:lstStyle/>
        <a:p>
          <a:endParaRPr lang="en-US"/>
        </a:p>
      </dgm:t>
    </dgm:pt>
    <dgm:pt modelId="{0D1D5C7B-DE0B-4658-9170-DF1691234622}">
      <dgm:prSet/>
      <dgm:spPr/>
      <dgm:t>
        <a:bodyPr/>
        <a:lstStyle/>
        <a:p>
          <a:r>
            <a:rPr lang="it-IT"/>
            <a:t>Configurare dinamica prin comenzi</a:t>
          </a:r>
          <a:endParaRPr lang="en-US"/>
        </a:p>
      </dgm:t>
    </dgm:pt>
    <dgm:pt modelId="{A11F82FC-B45E-4060-B492-F5712C6A374F}" type="parTrans" cxnId="{89B1E356-06C5-4185-9C3D-B49295F6730A}">
      <dgm:prSet/>
      <dgm:spPr/>
      <dgm:t>
        <a:bodyPr/>
        <a:lstStyle/>
        <a:p>
          <a:endParaRPr lang="en-US"/>
        </a:p>
      </dgm:t>
    </dgm:pt>
    <dgm:pt modelId="{6C467740-CFD5-4337-8B26-5C515F389805}" type="sibTrans" cxnId="{89B1E356-06C5-4185-9C3D-B49295F6730A}">
      <dgm:prSet/>
      <dgm:spPr/>
      <dgm:t>
        <a:bodyPr/>
        <a:lstStyle/>
        <a:p>
          <a:endParaRPr lang="en-US"/>
        </a:p>
      </dgm:t>
    </dgm:pt>
    <dgm:pt modelId="{989FA84D-72AD-4679-88D1-5596936126A3}">
      <dgm:prSet/>
      <dgm:spPr/>
      <dgm:t>
        <a:bodyPr/>
        <a:lstStyle/>
        <a:p>
          <a:r>
            <a:rPr lang="it-IT"/>
            <a:t>Raspuns in timp real</a:t>
          </a:r>
          <a:endParaRPr lang="en-US"/>
        </a:p>
      </dgm:t>
    </dgm:pt>
    <dgm:pt modelId="{4BD0FD90-FD10-4999-BB87-1793B75EE46C}" type="parTrans" cxnId="{D24714F3-F428-43E4-8EEC-AF7D994888AE}">
      <dgm:prSet/>
      <dgm:spPr/>
      <dgm:t>
        <a:bodyPr/>
        <a:lstStyle/>
        <a:p>
          <a:endParaRPr lang="en-US"/>
        </a:p>
      </dgm:t>
    </dgm:pt>
    <dgm:pt modelId="{A7CBE3EA-74C6-4358-B0E1-51E582D8665B}" type="sibTrans" cxnId="{D24714F3-F428-43E4-8EEC-AF7D994888AE}">
      <dgm:prSet/>
      <dgm:spPr/>
      <dgm:t>
        <a:bodyPr/>
        <a:lstStyle/>
        <a:p>
          <a:endParaRPr lang="en-US"/>
        </a:p>
      </dgm:t>
    </dgm:pt>
    <dgm:pt modelId="{AA1AB860-1980-4565-87D0-1A9776D3D0B6}">
      <dgm:prSet/>
      <dgm:spPr/>
      <dgm:t>
        <a:bodyPr/>
        <a:lstStyle/>
        <a:p>
          <a:r>
            <a:rPr lang="it-IT"/>
            <a:t>Comportament personalizat utilizator</a:t>
          </a:r>
          <a:endParaRPr lang="en-US"/>
        </a:p>
      </dgm:t>
    </dgm:pt>
    <dgm:pt modelId="{1CAE2AF8-8DC6-4D1D-BEC3-05BDE33A4FA7}" type="parTrans" cxnId="{F72E26C6-38B1-4901-895F-F55CD031783F}">
      <dgm:prSet/>
      <dgm:spPr/>
      <dgm:t>
        <a:bodyPr/>
        <a:lstStyle/>
        <a:p>
          <a:endParaRPr lang="en-US"/>
        </a:p>
      </dgm:t>
    </dgm:pt>
    <dgm:pt modelId="{7413C8DE-27D2-41AC-93A4-BCA7A6A8C214}" type="sibTrans" cxnId="{F72E26C6-38B1-4901-895F-F55CD031783F}">
      <dgm:prSet/>
      <dgm:spPr/>
      <dgm:t>
        <a:bodyPr/>
        <a:lstStyle/>
        <a:p>
          <a:endParaRPr lang="en-US"/>
        </a:p>
      </dgm:t>
    </dgm:pt>
    <dgm:pt modelId="{09E84A60-BE21-4113-951F-E9853C7DB7F7}">
      <dgm:prSet/>
      <dgm:spPr/>
      <dgm:t>
        <a:bodyPr/>
        <a:lstStyle/>
        <a:p>
          <a:r>
            <a:rPr lang="it-IT"/>
            <a:t>Integrare stabila Telegram – AI</a:t>
          </a:r>
          <a:endParaRPr lang="en-US"/>
        </a:p>
      </dgm:t>
    </dgm:pt>
    <dgm:pt modelId="{CE2D3B8D-BF0B-4B17-8CC0-CE52721AAD26}" type="parTrans" cxnId="{5134A46C-2E37-4A93-8D24-FF6E15D71722}">
      <dgm:prSet/>
      <dgm:spPr/>
      <dgm:t>
        <a:bodyPr/>
        <a:lstStyle/>
        <a:p>
          <a:endParaRPr lang="en-US"/>
        </a:p>
      </dgm:t>
    </dgm:pt>
    <dgm:pt modelId="{AA626AF1-1CA8-4C78-AD6C-F97AFCB3276B}" type="sibTrans" cxnId="{5134A46C-2E37-4A93-8D24-FF6E15D71722}">
      <dgm:prSet/>
      <dgm:spPr/>
      <dgm:t>
        <a:bodyPr/>
        <a:lstStyle/>
        <a:p>
          <a:endParaRPr lang="en-US"/>
        </a:p>
      </dgm:t>
    </dgm:pt>
    <dgm:pt modelId="{600AA24D-FDA0-46E2-AF62-79FF28C69BF9}">
      <dgm:prSet/>
      <dgm:spPr/>
      <dgm:t>
        <a:bodyPr/>
        <a:lstStyle/>
        <a:p>
          <a:r>
            <a:rPr lang="it-IT"/>
            <a:t>Arhitectura modulara si extensibila</a:t>
          </a:r>
          <a:endParaRPr lang="en-US"/>
        </a:p>
      </dgm:t>
    </dgm:pt>
    <dgm:pt modelId="{A4B86159-C343-45A9-B9B6-0D33526CB0F6}" type="parTrans" cxnId="{B21A25FA-45F6-4D7D-951A-2E762EDF07D2}">
      <dgm:prSet/>
      <dgm:spPr/>
      <dgm:t>
        <a:bodyPr/>
        <a:lstStyle/>
        <a:p>
          <a:endParaRPr lang="en-US"/>
        </a:p>
      </dgm:t>
    </dgm:pt>
    <dgm:pt modelId="{1A6A0A38-157A-4EDA-95DF-D74CCC2FBFC3}" type="sibTrans" cxnId="{B21A25FA-45F6-4D7D-951A-2E762EDF07D2}">
      <dgm:prSet/>
      <dgm:spPr/>
      <dgm:t>
        <a:bodyPr/>
        <a:lstStyle/>
        <a:p>
          <a:endParaRPr lang="en-US"/>
        </a:p>
      </dgm:t>
    </dgm:pt>
    <dgm:pt modelId="{65D2FEA5-A8CB-4C43-9BEA-700C76F78DF2}" type="pres">
      <dgm:prSet presAssocID="{2B0A5A28-2947-4086-B8CC-4FFA34F6EAD5}" presName="Name0" presStyleCnt="0">
        <dgm:presLayoutVars>
          <dgm:dir/>
          <dgm:resizeHandles val="exact"/>
        </dgm:presLayoutVars>
      </dgm:prSet>
      <dgm:spPr/>
    </dgm:pt>
    <dgm:pt modelId="{D36E722A-AB7C-4595-9EDE-8AF916E10AB4}" type="pres">
      <dgm:prSet presAssocID="{2B0A5A28-2947-4086-B8CC-4FFA34F6EAD5}" presName="arrow" presStyleLbl="bgShp" presStyleIdx="0" presStyleCnt="1" custLinFactNeighborX="0" custLinFactNeighborY="-426"/>
      <dgm:spPr/>
    </dgm:pt>
    <dgm:pt modelId="{9D78D079-0C7D-426C-A24D-A336525E2E5E}" type="pres">
      <dgm:prSet presAssocID="{2B0A5A28-2947-4086-B8CC-4FFA34F6EAD5}" presName="points" presStyleCnt="0"/>
      <dgm:spPr/>
    </dgm:pt>
    <dgm:pt modelId="{19DD6EF4-04DE-4117-BCC6-7A1BCA9E5670}" type="pres">
      <dgm:prSet presAssocID="{AB4941C6-2FDC-4193-9F1D-A47C2E094B76}" presName="compositeA" presStyleCnt="0"/>
      <dgm:spPr/>
    </dgm:pt>
    <dgm:pt modelId="{361662F5-D26A-4A41-96B0-AF6B30EC8B6E}" type="pres">
      <dgm:prSet presAssocID="{AB4941C6-2FDC-4193-9F1D-A47C2E094B76}" presName="textA" presStyleLbl="revTx" presStyleIdx="0" presStyleCnt="6">
        <dgm:presLayoutVars>
          <dgm:bulletEnabled val="1"/>
        </dgm:presLayoutVars>
      </dgm:prSet>
      <dgm:spPr/>
    </dgm:pt>
    <dgm:pt modelId="{52A1994C-807F-4171-A413-7BDC788FB150}" type="pres">
      <dgm:prSet presAssocID="{AB4941C6-2FDC-4193-9F1D-A47C2E094B76}" presName="circleA" presStyleLbl="node1" presStyleIdx="0" presStyleCnt="6"/>
      <dgm:spPr/>
    </dgm:pt>
    <dgm:pt modelId="{97A9F7EB-79A8-411F-B46D-C78DA4276410}" type="pres">
      <dgm:prSet presAssocID="{AB4941C6-2FDC-4193-9F1D-A47C2E094B76}" presName="spaceA" presStyleCnt="0"/>
      <dgm:spPr/>
    </dgm:pt>
    <dgm:pt modelId="{6BD42820-47CB-445C-8806-9633E60AA2CC}" type="pres">
      <dgm:prSet presAssocID="{74F0BB4F-1A10-47A6-BF39-63CB52680315}" presName="space" presStyleCnt="0"/>
      <dgm:spPr/>
    </dgm:pt>
    <dgm:pt modelId="{CA8FA8D0-0874-4CEA-87A7-1E00A98B6899}" type="pres">
      <dgm:prSet presAssocID="{0D1D5C7B-DE0B-4658-9170-DF1691234622}" presName="compositeB" presStyleCnt="0"/>
      <dgm:spPr/>
    </dgm:pt>
    <dgm:pt modelId="{31457243-EDFD-4E0C-97BC-2B348A03F76B}" type="pres">
      <dgm:prSet presAssocID="{0D1D5C7B-DE0B-4658-9170-DF1691234622}" presName="textB" presStyleLbl="revTx" presStyleIdx="1" presStyleCnt="6">
        <dgm:presLayoutVars>
          <dgm:bulletEnabled val="1"/>
        </dgm:presLayoutVars>
      </dgm:prSet>
      <dgm:spPr/>
    </dgm:pt>
    <dgm:pt modelId="{36C8B720-0EB3-4C85-8747-29D018372835}" type="pres">
      <dgm:prSet presAssocID="{0D1D5C7B-DE0B-4658-9170-DF1691234622}" presName="circleB" presStyleLbl="node1" presStyleIdx="1" presStyleCnt="6"/>
      <dgm:spPr/>
    </dgm:pt>
    <dgm:pt modelId="{AA2DF073-B884-4B02-9ABE-DD5F8949E54C}" type="pres">
      <dgm:prSet presAssocID="{0D1D5C7B-DE0B-4658-9170-DF1691234622}" presName="spaceB" presStyleCnt="0"/>
      <dgm:spPr/>
    </dgm:pt>
    <dgm:pt modelId="{0F873AAF-F30A-4999-ACB6-8EE5FCE2927A}" type="pres">
      <dgm:prSet presAssocID="{6C467740-CFD5-4337-8B26-5C515F389805}" presName="space" presStyleCnt="0"/>
      <dgm:spPr/>
    </dgm:pt>
    <dgm:pt modelId="{304DFFF3-C113-47B8-9AA0-B9C1698C36AD}" type="pres">
      <dgm:prSet presAssocID="{989FA84D-72AD-4679-88D1-5596936126A3}" presName="compositeA" presStyleCnt="0"/>
      <dgm:spPr/>
    </dgm:pt>
    <dgm:pt modelId="{C89C4451-F7D4-4718-8D7B-C9F79ECDA89B}" type="pres">
      <dgm:prSet presAssocID="{989FA84D-72AD-4679-88D1-5596936126A3}" presName="textA" presStyleLbl="revTx" presStyleIdx="2" presStyleCnt="6">
        <dgm:presLayoutVars>
          <dgm:bulletEnabled val="1"/>
        </dgm:presLayoutVars>
      </dgm:prSet>
      <dgm:spPr/>
    </dgm:pt>
    <dgm:pt modelId="{F1616AE8-B927-4385-80BA-10502F13A0F0}" type="pres">
      <dgm:prSet presAssocID="{989FA84D-72AD-4679-88D1-5596936126A3}" presName="circleA" presStyleLbl="node1" presStyleIdx="2" presStyleCnt="6"/>
      <dgm:spPr/>
    </dgm:pt>
    <dgm:pt modelId="{91F42EC3-9069-4698-825A-49C2FBDB7D90}" type="pres">
      <dgm:prSet presAssocID="{989FA84D-72AD-4679-88D1-5596936126A3}" presName="spaceA" presStyleCnt="0"/>
      <dgm:spPr/>
    </dgm:pt>
    <dgm:pt modelId="{737477FE-2B90-4F4B-B7A6-367E3EEAE9DA}" type="pres">
      <dgm:prSet presAssocID="{A7CBE3EA-74C6-4358-B0E1-51E582D8665B}" presName="space" presStyleCnt="0"/>
      <dgm:spPr/>
    </dgm:pt>
    <dgm:pt modelId="{8CCC010C-5ED8-4975-B9DC-CE2C807390A9}" type="pres">
      <dgm:prSet presAssocID="{AA1AB860-1980-4565-87D0-1A9776D3D0B6}" presName="compositeB" presStyleCnt="0"/>
      <dgm:spPr/>
    </dgm:pt>
    <dgm:pt modelId="{7493111B-C447-4A2A-B818-C039E4FA8064}" type="pres">
      <dgm:prSet presAssocID="{AA1AB860-1980-4565-87D0-1A9776D3D0B6}" presName="textB" presStyleLbl="revTx" presStyleIdx="3" presStyleCnt="6">
        <dgm:presLayoutVars>
          <dgm:bulletEnabled val="1"/>
        </dgm:presLayoutVars>
      </dgm:prSet>
      <dgm:spPr/>
    </dgm:pt>
    <dgm:pt modelId="{D0C73740-A7F8-4F7D-AF63-4D21AAEC70B4}" type="pres">
      <dgm:prSet presAssocID="{AA1AB860-1980-4565-87D0-1A9776D3D0B6}" presName="circleB" presStyleLbl="node1" presStyleIdx="3" presStyleCnt="6"/>
      <dgm:spPr/>
    </dgm:pt>
    <dgm:pt modelId="{23391728-890F-4572-89B6-A00B3263F299}" type="pres">
      <dgm:prSet presAssocID="{AA1AB860-1980-4565-87D0-1A9776D3D0B6}" presName="spaceB" presStyleCnt="0"/>
      <dgm:spPr/>
    </dgm:pt>
    <dgm:pt modelId="{939E9783-19A4-45F8-9961-3ABB44F4349C}" type="pres">
      <dgm:prSet presAssocID="{7413C8DE-27D2-41AC-93A4-BCA7A6A8C214}" presName="space" presStyleCnt="0"/>
      <dgm:spPr/>
    </dgm:pt>
    <dgm:pt modelId="{8C8256EB-CF67-43D4-A614-F3F0AB65E613}" type="pres">
      <dgm:prSet presAssocID="{09E84A60-BE21-4113-951F-E9853C7DB7F7}" presName="compositeA" presStyleCnt="0"/>
      <dgm:spPr/>
    </dgm:pt>
    <dgm:pt modelId="{7015C48E-2AED-4D32-A870-C6642DA6C334}" type="pres">
      <dgm:prSet presAssocID="{09E84A60-BE21-4113-951F-E9853C7DB7F7}" presName="textA" presStyleLbl="revTx" presStyleIdx="4" presStyleCnt="6">
        <dgm:presLayoutVars>
          <dgm:bulletEnabled val="1"/>
        </dgm:presLayoutVars>
      </dgm:prSet>
      <dgm:spPr/>
    </dgm:pt>
    <dgm:pt modelId="{A00D4554-D17F-452C-BE2E-F652B00F1634}" type="pres">
      <dgm:prSet presAssocID="{09E84A60-BE21-4113-951F-E9853C7DB7F7}" presName="circleA" presStyleLbl="node1" presStyleIdx="4" presStyleCnt="6"/>
      <dgm:spPr/>
    </dgm:pt>
    <dgm:pt modelId="{261F43A7-3B80-4439-AAD2-497B16171AAA}" type="pres">
      <dgm:prSet presAssocID="{09E84A60-BE21-4113-951F-E9853C7DB7F7}" presName="spaceA" presStyleCnt="0"/>
      <dgm:spPr/>
    </dgm:pt>
    <dgm:pt modelId="{6B0BF198-6515-4CDC-AA8C-E9FED9BC8404}" type="pres">
      <dgm:prSet presAssocID="{AA626AF1-1CA8-4C78-AD6C-F97AFCB3276B}" presName="space" presStyleCnt="0"/>
      <dgm:spPr/>
    </dgm:pt>
    <dgm:pt modelId="{208321E8-BD44-43ED-B28F-65E77DDC7750}" type="pres">
      <dgm:prSet presAssocID="{600AA24D-FDA0-46E2-AF62-79FF28C69BF9}" presName="compositeB" presStyleCnt="0"/>
      <dgm:spPr/>
    </dgm:pt>
    <dgm:pt modelId="{DD373D3D-6F2D-4840-89FF-569C6509DA02}" type="pres">
      <dgm:prSet presAssocID="{600AA24D-FDA0-46E2-AF62-79FF28C69BF9}" presName="textB" presStyleLbl="revTx" presStyleIdx="5" presStyleCnt="6">
        <dgm:presLayoutVars>
          <dgm:bulletEnabled val="1"/>
        </dgm:presLayoutVars>
      </dgm:prSet>
      <dgm:spPr/>
    </dgm:pt>
    <dgm:pt modelId="{95D7CFCC-1DB1-4E2E-BB52-D16E5ADEC1CE}" type="pres">
      <dgm:prSet presAssocID="{600AA24D-FDA0-46E2-AF62-79FF28C69BF9}" presName="circleB" presStyleLbl="node1" presStyleIdx="5" presStyleCnt="6"/>
      <dgm:spPr/>
    </dgm:pt>
    <dgm:pt modelId="{2709A513-525A-4C9E-B54E-F578AC627401}" type="pres">
      <dgm:prSet presAssocID="{600AA24D-FDA0-46E2-AF62-79FF28C69BF9}" presName="spaceB" presStyleCnt="0"/>
      <dgm:spPr/>
    </dgm:pt>
  </dgm:ptLst>
  <dgm:cxnLst>
    <dgm:cxn modelId="{C69A464B-8D4B-4A85-8348-C7A0E5126E60}" type="presOf" srcId="{600AA24D-FDA0-46E2-AF62-79FF28C69BF9}" destId="{DD373D3D-6F2D-4840-89FF-569C6509DA02}" srcOrd="0" destOrd="0" presId="urn:microsoft.com/office/officeart/2005/8/layout/hProcess11"/>
    <dgm:cxn modelId="{5134A46C-2E37-4A93-8D24-FF6E15D71722}" srcId="{2B0A5A28-2947-4086-B8CC-4FFA34F6EAD5}" destId="{09E84A60-BE21-4113-951F-E9853C7DB7F7}" srcOrd="4" destOrd="0" parTransId="{CE2D3B8D-BF0B-4B17-8CC0-CE52721AAD26}" sibTransId="{AA626AF1-1CA8-4C78-AD6C-F97AFCB3276B}"/>
    <dgm:cxn modelId="{89B1E356-06C5-4185-9C3D-B49295F6730A}" srcId="{2B0A5A28-2947-4086-B8CC-4FFA34F6EAD5}" destId="{0D1D5C7B-DE0B-4658-9170-DF1691234622}" srcOrd="1" destOrd="0" parTransId="{A11F82FC-B45E-4060-B492-F5712C6A374F}" sibTransId="{6C467740-CFD5-4337-8B26-5C515F389805}"/>
    <dgm:cxn modelId="{F8146E98-2DD8-4AA1-B4F9-1B9DB1320C86}" type="presOf" srcId="{0D1D5C7B-DE0B-4658-9170-DF1691234622}" destId="{31457243-EDFD-4E0C-97BC-2B348A03F76B}" srcOrd="0" destOrd="0" presId="urn:microsoft.com/office/officeart/2005/8/layout/hProcess11"/>
    <dgm:cxn modelId="{4562FB9A-5AC5-427A-A6BB-26228478022D}" type="presOf" srcId="{989FA84D-72AD-4679-88D1-5596936126A3}" destId="{C89C4451-F7D4-4718-8D7B-C9F79ECDA89B}" srcOrd="0" destOrd="0" presId="urn:microsoft.com/office/officeart/2005/8/layout/hProcess11"/>
    <dgm:cxn modelId="{8F0AFFA0-EE2F-4F43-9BE3-917349F34BF6}" type="presOf" srcId="{2B0A5A28-2947-4086-B8CC-4FFA34F6EAD5}" destId="{65D2FEA5-A8CB-4C43-9BEA-700C76F78DF2}" srcOrd="0" destOrd="0" presId="urn:microsoft.com/office/officeart/2005/8/layout/hProcess11"/>
    <dgm:cxn modelId="{02AB40C4-2A3E-4C0D-8A25-8FD67E34CCCB}" type="presOf" srcId="{AA1AB860-1980-4565-87D0-1A9776D3D0B6}" destId="{7493111B-C447-4A2A-B818-C039E4FA8064}" srcOrd="0" destOrd="0" presId="urn:microsoft.com/office/officeart/2005/8/layout/hProcess11"/>
    <dgm:cxn modelId="{F72E26C6-38B1-4901-895F-F55CD031783F}" srcId="{2B0A5A28-2947-4086-B8CC-4FFA34F6EAD5}" destId="{AA1AB860-1980-4565-87D0-1A9776D3D0B6}" srcOrd="3" destOrd="0" parTransId="{1CAE2AF8-8DC6-4D1D-BEC3-05BDE33A4FA7}" sibTransId="{7413C8DE-27D2-41AC-93A4-BCA7A6A8C214}"/>
    <dgm:cxn modelId="{4C1642D5-FEE2-43F5-9312-B7A8CB5C8715}" srcId="{2B0A5A28-2947-4086-B8CC-4FFA34F6EAD5}" destId="{AB4941C6-2FDC-4193-9F1D-A47C2E094B76}" srcOrd="0" destOrd="0" parTransId="{0DF681BF-1161-4655-8047-467801AC90A0}" sibTransId="{74F0BB4F-1A10-47A6-BF39-63CB52680315}"/>
    <dgm:cxn modelId="{F8908AD5-7A93-4A07-A67C-24A57EC32D8A}" type="presOf" srcId="{AB4941C6-2FDC-4193-9F1D-A47C2E094B76}" destId="{361662F5-D26A-4A41-96B0-AF6B30EC8B6E}" srcOrd="0" destOrd="0" presId="urn:microsoft.com/office/officeart/2005/8/layout/hProcess11"/>
    <dgm:cxn modelId="{D24714F3-F428-43E4-8EEC-AF7D994888AE}" srcId="{2B0A5A28-2947-4086-B8CC-4FFA34F6EAD5}" destId="{989FA84D-72AD-4679-88D1-5596936126A3}" srcOrd="2" destOrd="0" parTransId="{4BD0FD90-FD10-4999-BB87-1793B75EE46C}" sibTransId="{A7CBE3EA-74C6-4358-B0E1-51E582D8665B}"/>
    <dgm:cxn modelId="{7DD18BF4-AA9A-4ED5-8E2F-D9F5C19D11A9}" type="presOf" srcId="{09E84A60-BE21-4113-951F-E9853C7DB7F7}" destId="{7015C48E-2AED-4D32-A870-C6642DA6C334}" srcOrd="0" destOrd="0" presId="urn:microsoft.com/office/officeart/2005/8/layout/hProcess11"/>
    <dgm:cxn modelId="{B21A25FA-45F6-4D7D-951A-2E762EDF07D2}" srcId="{2B0A5A28-2947-4086-B8CC-4FFA34F6EAD5}" destId="{600AA24D-FDA0-46E2-AF62-79FF28C69BF9}" srcOrd="5" destOrd="0" parTransId="{A4B86159-C343-45A9-B9B6-0D33526CB0F6}" sibTransId="{1A6A0A38-157A-4EDA-95DF-D74CCC2FBFC3}"/>
    <dgm:cxn modelId="{8EBB0D30-AC97-487D-99BF-89AA33643539}" type="presParOf" srcId="{65D2FEA5-A8CB-4C43-9BEA-700C76F78DF2}" destId="{D36E722A-AB7C-4595-9EDE-8AF916E10AB4}" srcOrd="0" destOrd="0" presId="urn:microsoft.com/office/officeart/2005/8/layout/hProcess11"/>
    <dgm:cxn modelId="{CE0A1F9F-25F3-4430-9A0D-FE94F7C07871}" type="presParOf" srcId="{65D2FEA5-A8CB-4C43-9BEA-700C76F78DF2}" destId="{9D78D079-0C7D-426C-A24D-A336525E2E5E}" srcOrd="1" destOrd="0" presId="urn:microsoft.com/office/officeart/2005/8/layout/hProcess11"/>
    <dgm:cxn modelId="{6FE1C42D-781C-4C57-BA81-8F6D17623D9C}" type="presParOf" srcId="{9D78D079-0C7D-426C-A24D-A336525E2E5E}" destId="{19DD6EF4-04DE-4117-BCC6-7A1BCA9E5670}" srcOrd="0" destOrd="0" presId="urn:microsoft.com/office/officeart/2005/8/layout/hProcess11"/>
    <dgm:cxn modelId="{6E118560-BC85-43E8-987A-F5A4C2381E11}" type="presParOf" srcId="{19DD6EF4-04DE-4117-BCC6-7A1BCA9E5670}" destId="{361662F5-D26A-4A41-96B0-AF6B30EC8B6E}" srcOrd="0" destOrd="0" presId="urn:microsoft.com/office/officeart/2005/8/layout/hProcess11"/>
    <dgm:cxn modelId="{A294FB29-0EF8-4500-90BD-2FBF47FB1B48}" type="presParOf" srcId="{19DD6EF4-04DE-4117-BCC6-7A1BCA9E5670}" destId="{52A1994C-807F-4171-A413-7BDC788FB150}" srcOrd="1" destOrd="0" presId="urn:microsoft.com/office/officeart/2005/8/layout/hProcess11"/>
    <dgm:cxn modelId="{30165509-11F7-4B99-B644-D38E1D33FC1F}" type="presParOf" srcId="{19DD6EF4-04DE-4117-BCC6-7A1BCA9E5670}" destId="{97A9F7EB-79A8-411F-B46D-C78DA4276410}" srcOrd="2" destOrd="0" presId="urn:microsoft.com/office/officeart/2005/8/layout/hProcess11"/>
    <dgm:cxn modelId="{E49BF592-D820-49BF-8011-132272F62513}" type="presParOf" srcId="{9D78D079-0C7D-426C-A24D-A336525E2E5E}" destId="{6BD42820-47CB-445C-8806-9633E60AA2CC}" srcOrd="1" destOrd="0" presId="urn:microsoft.com/office/officeart/2005/8/layout/hProcess11"/>
    <dgm:cxn modelId="{B06C017B-AE71-48F1-A7B2-DA79F3B180A0}" type="presParOf" srcId="{9D78D079-0C7D-426C-A24D-A336525E2E5E}" destId="{CA8FA8D0-0874-4CEA-87A7-1E00A98B6899}" srcOrd="2" destOrd="0" presId="urn:microsoft.com/office/officeart/2005/8/layout/hProcess11"/>
    <dgm:cxn modelId="{F56160A6-D091-468E-9C7B-AB7904DB9C19}" type="presParOf" srcId="{CA8FA8D0-0874-4CEA-87A7-1E00A98B6899}" destId="{31457243-EDFD-4E0C-97BC-2B348A03F76B}" srcOrd="0" destOrd="0" presId="urn:microsoft.com/office/officeart/2005/8/layout/hProcess11"/>
    <dgm:cxn modelId="{49C1B9FF-4FB8-4008-A1B6-E2819F9DBD2A}" type="presParOf" srcId="{CA8FA8D0-0874-4CEA-87A7-1E00A98B6899}" destId="{36C8B720-0EB3-4C85-8747-29D018372835}" srcOrd="1" destOrd="0" presId="urn:microsoft.com/office/officeart/2005/8/layout/hProcess11"/>
    <dgm:cxn modelId="{D276E094-D401-4178-8948-0B874AECC5DC}" type="presParOf" srcId="{CA8FA8D0-0874-4CEA-87A7-1E00A98B6899}" destId="{AA2DF073-B884-4B02-9ABE-DD5F8949E54C}" srcOrd="2" destOrd="0" presId="urn:microsoft.com/office/officeart/2005/8/layout/hProcess11"/>
    <dgm:cxn modelId="{9227D029-ECDA-4B4D-87FD-111AE775A616}" type="presParOf" srcId="{9D78D079-0C7D-426C-A24D-A336525E2E5E}" destId="{0F873AAF-F30A-4999-ACB6-8EE5FCE2927A}" srcOrd="3" destOrd="0" presId="urn:microsoft.com/office/officeart/2005/8/layout/hProcess11"/>
    <dgm:cxn modelId="{B64C64EF-CE33-44F3-BCC9-4EBDC190EF44}" type="presParOf" srcId="{9D78D079-0C7D-426C-A24D-A336525E2E5E}" destId="{304DFFF3-C113-47B8-9AA0-B9C1698C36AD}" srcOrd="4" destOrd="0" presId="urn:microsoft.com/office/officeart/2005/8/layout/hProcess11"/>
    <dgm:cxn modelId="{D98605B3-DDD3-4AC0-8956-E01566CE094E}" type="presParOf" srcId="{304DFFF3-C113-47B8-9AA0-B9C1698C36AD}" destId="{C89C4451-F7D4-4718-8D7B-C9F79ECDA89B}" srcOrd="0" destOrd="0" presId="urn:microsoft.com/office/officeart/2005/8/layout/hProcess11"/>
    <dgm:cxn modelId="{D04F4499-2460-4E5F-8472-69AE8C550520}" type="presParOf" srcId="{304DFFF3-C113-47B8-9AA0-B9C1698C36AD}" destId="{F1616AE8-B927-4385-80BA-10502F13A0F0}" srcOrd="1" destOrd="0" presId="urn:microsoft.com/office/officeart/2005/8/layout/hProcess11"/>
    <dgm:cxn modelId="{90B22992-0F17-4494-8D9D-D6B9B61DE58C}" type="presParOf" srcId="{304DFFF3-C113-47B8-9AA0-B9C1698C36AD}" destId="{91F42EC3-9069-4698-825A-49C2FBDB7D90}" srcOrd="2" destOrd="0" presId="urn:microsoft.com/office/officeart/2005/8/layout/hProcess11"/>
    <dgm:cxn modelId="{B843861F-10CE-4097-A959-926AB69B12FB}" type="presParOf" srcId="{9D78D079-0C7D-426C-A24D-A336525E2E5E}" destId="{737477FE-2B90-4F4B-B7A6-367E3EEAE9DA}" srcOrd="5" destOrd="0" presId="urn:microsoft.com/office/officeart/2005/8/layout/hProcess11"/>
    <dgm:cxn modelId="{3C250B9D-695F-4B6B-B6CB-1309CD94FF37}" type="presParOf" srcId="{9D78D079-0C7D-426C-A24D-A336525E2E5E}" destId="{8CCC010C-5ED8-4975-B9DC-CE2C807390A9}" srcOrd="6" destOrd="0" presId="urn:microsoft.com/office/officeart/2005/8/layout/hProcess11"/>
    <dgm:cxn modelId="{F40B3662-C14A-4C1F-A060-700E812C60EE}" type="presParOf" srcId="{8CCC010C-5ED8-4975-B9DC-CE2C807390A9}" destId="{7493111B-C447-4A2A-B818-C039E4FA8064}" srcOrd="0" destOrd="0" presId="urn:microsoft.com/office/officeart/2005/8/layout/hProcess11"/>
    <dgm:cxn modelId="{BE3CA458-6DAC-475E-8FAC-3D05EA48925A}" type="presParOf" srcId="{8CCC010C-5ED8-4975-B9DC-CE2C807390A9}" destId="{D0C73740-A7F8-4F7D-AF63-4D21AAEC70B4}" srcOrd="1" destOrd="0" presId="urn:microsoft.com/office/officeart/2005/8/layout/hProcess11"/>
    <dgm:cxn modelId="{AF9B990D-00C1-46DF-A182-CD10317AD884}" type="presParOf" srcId="{8CCC010C-5ED8-4975-B9DC-CE2C807390A9}" destId="{23391728-890F-4572-89B6-A00B3263F299}" srcOrd="2" destOrd="0" presId="urn:microsoft.com/office/officeart/2005/8/layout/hProcess11"/>
    <dgm:cxn modelId="{A92AF30F-78F7-4E17-9876-81CC95386E35}" type="presParOf" srcId="{9D78D079-0C7D-426C-A24D-A336525E2E5E}" destId="{939E9783-19A4-45F8-9961-3ABB44F4349C}" srcOrd="7" destOrd="0" presId="urn:microsoft.com/office/officeart/2005/8/layout/hProcess11"/>
    <dgm:cxn modelId="{E4071D57-3DC5-4AF1-84DE-3C80B8E2A255}" type="presParOf" srcId="{9D78D079-0C7D-426C-A24D-A336525E2E5E}" destId="{8C8256EB-CF67-43D4-A614-F3F0AB65E613}" srcOrd="8" destOrd="0" presId="urn:microsoft.com/office/officeart/2005/8/layout/hProcess11"/>
    <dgm:cxn modelId="{F97967AA-6153-48BF-9D06-80277FEEA446}" type="presParOf" srcId="{8C8256EB-CF67-43D4-A614-F3F0AB65E613}" destId="{7015C48E-2AED-4D32-A870-C6642DA6C334}" srcOrd="0" destOrd="0" presId="urn:microsoft.com/office/officeart/2005/8/layout/hProcess11"/>
    <dgm:cxn modelId="{168894E6-DB76-4AE5-AC77-3367553C2A11}" type="presParOf" srcId="{8C8256EB-CF67-43D4-A614-F3F0AB65E613}" destId="{A00D4554-D17F-452C-BE2E-F652B00F1634}" srcOrd="1" destOrd="0" presId="urn:microsoft.com/office/officeart/2005/8/layout/hProcess11"/>
    <dgm:cxn modelId="{3BC0A287-F21B-4036-9D38-2D26635348B6}" type="presParOf" srcId="{8C8256EB-CF67-43D4-A614-F3F0AB65E613}" destId="{261F43A7-3B80-4439-AAD2-497B16171AAA}" srcOrd="2" destOrd="0" presId="urn:microsoft.com/office/officeart/2005/8/layout/hProcess11"/>
    <dgm:cxn modelId="{D7B633C4-DA89-4129-9788-1C852D6604FA}" type="presParOf" srcId="{9D78D079-0C7D-426C-A24D-A336525E2E5E}" destId="{6B0BF198-6515-4CDC-AA8C-E9FED9BC8404}" srcOrd="9" destOrd="0" presId="urn:microsoft.com/office/officeart/2005/8/layout/hProcess11"/>
    <dgm:cxn modelId="{57E19F25-6C08-40A9-A3EB-BF490013A306}" type="presParOf" srcId="{9D78D079-0C7D-426C-A24D-A336525E2E5E}" destId="{208321E8-BD44-43ED-B28F-65E77DDC7750}" srcOrd="10" destOrd="0" presId="urn:microsoft.com/office/officeart/2005/8/layout/hProcess11"/>
    <dgm:cxn modelId="{1F0CC111-B750-4379-BBB8-538423F655EF}" type="presParOf" srcId="{208321E8-BD44-43ED-B28F-65E77DDC7750}" destId="{DD373D3D-6F2D-4840-89FF-569C6509DA02}" srcOrd="0" destOrd="0" presId="urn:microsoft.com/office/officeart/2005/8/layout/hProcess11"/>
    <dgm:cxn modelId="{4FB093B8-5268-4047-8183-E7240DA0431E}" type="presParOf" srcId="{208321E8-BD44-43ED-B28F-65E77DDC7750}" destId="{95D7CFCC-1DB1-4E2E-BB52-D16E5ADEC1CE}" srcOrd="1" destOrd="0" presId="urn:microsoft.com/office/officeart/2005/8/layout/hProcess11"/>
    <dgm:cxn modelId="{90D7BC5D-1C6F-4B04-8A56-B498C96B8449}" type="presParOf" srcId="{208321E8-BD44-43ED-B28F-65E77DDC7750}" destId="{2709A513-525A-4C9E-B54E-F578AC62740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4144CF-DC4C-4E7B-9AB3-416A9949BE84}">
      <dsp:nvSpPr>
        <dsp:cNvPr id="0" name=""/>
        <dsp:cNvSpPr/>
      </dsp:nvSpPr>
      <dsp:spPr>
        <a:xfrm>
          <a:off x="0" y="1695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46961-4363-4CC3-9ABB-F4F97A0FBA36}">
      <dsp:nvSpPr>
        <dsp:cNvPr id="0" name=""/>
        <dsp:cNvSpPr/>
      </dsp:nvSpPr>
      <dsp:spPr>
        <a:xfrm>
          <a:off x="0" y="1695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Motivarea proiectului</a:t>
          </a:r>
        </a:p>
      </dsp:txBody>
      <dsp:txXfrm>
        <a:off x="0" y="1695"/>
        <a:ext cx="10517332" cy="251199"/>
      </dsp:txXfrm>
    </dsp:sp>
    <dsp:sp modelId="{9409A654-A8AC-4183-85BD-57FAD4A17D54}">
      <dsp:nvSpPr>
        <dsp:cNvPr id="0" name=""/>
        <dsp:cNvSpPr/>
      </dsp:nvSpPr>
      <dsp:spPr>
        <a:xfrm>
          <a:off x="0" y="252895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E0E49-48A9-4CDE-BD57-5B0137A94878}">
      <dsp:nvSpPr>
        <dsp:cNvPr id="0" name=""/>
        <dsp:cNvSpPr/>
      </dsp:nvSpPr>
      <dsp:spPr>
        <a:xfrm>
          <a:off x="0" y="252895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Motivarea proiectului: Propunere si rezolvare</a:t>
          </a:r>
        </a:p>
      </dsp:txBody>
      <dsp:txXfrm>
        <a:off x="0" y="252895"/>
        <a:ext cx="10517332" cy="251199"/>
      </dsp:txXfrm>
    </dsp:sp>
    <dsp:sp modelId="{65F1BCC5-4D4E-4B28-A08C-B99DC6CF774A}">
      <dsp:nvSpPr>
        <dsp:cNvPr id="0" name=""/>
        <dsp:cNvSpPr/>
      </dsp:nvSpPr>
      <dsp:spPr>
        <a:xfrm>
          <a:off x="0" y="504095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7AFEF-7561-4DD1-B220-3BAB732D8324}">
      <dsp:nvSpPr>
        <dsp:cNvPr id="0" name=""/>
        <dsp:cNvSpPr/>
      </dsp:nvSpPr>
      <dsp:spPr>
        <a:xfrm>
          <a:off x="0" y="504095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Implementarea tehnica</a:t>
          </a:r>
        </a:p>
      </dsp:txBody>
      <dsp:txXfrm>
        <a:off x="0" y="504095"/>
        <a:ext cx="10517332" cy="251199"/>
      </dsp:txXfrm>
    </dsp:sp>
    <dsp:sp modelId="{B02512A8-0EBE-4C1A-8644-168CBC59B293}">
      <dsp:nvSpPr>
        <dsp:cNvPr id="0" name=""/>
        <dsp:cNvSpPr/>
      </dsp:nvSpPr>
      <dsp:spPr>
        <a:xfrm>
          <a:off x="0" y="755295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198CB-BE22-4EE4-88E4-128BEDC37B3B}">
      <dsp:nvSpPr>
        <dsp:cNvPr id="0" name=""/>
        <dsp:cNvSpPr/>
      </dsp:nvSpPr>
      <dsp:spPr>
        <a:xfrm>
          <a:off x="0" y="755295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n8n</a:t>
          </a:r>
        </a:p>
      </dsp:txBody>
      <dsp:txXfrm>
        <a:off x="0" y="755295"/>
        <a:ext cx="10517332" cy="251199"/>
      </dsp:txXfrm>
    </dsp:sp>
    <dsp:sp modelId="{582B22A0-402C-4FFC-A21C-12609FC5F01A}">
      <dsp:nvSpPr>
        <dsp:cNvPr id="0" name=""/>
        <dsp:cNvSpPr/>
      </dsp:nvSpPr>
      <dsp:spPr>
        <a:xfrm>
          <a:off x="0" y="1006495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5BD14-6DC8-42F8-99AE-8ACDCDFF5DAE}">
      <dsp:nvSpPr>
        <dsp:cNvPr id="0" name=""/>
        <dsp:cNvSpPr/>
      </dsp:nvSpPr>
      <dsp:spPr>
        <a:xfrm>
          <a:off x="0" y="1006495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Docker</a:t>
          </a:r>
        </a:p>
      </dsp:txBody>
      <dsp:txXfrm>
        <a:off x="0" y="1006495"/>
        <a:ext cx="10517332" cy="251199"/>
      </dsp:txXfrm>
    </dsp:sp>
    <dsp:sp modelId="{036638D2-BA2C-4121-9815-B16BA6709697}">
      <dsp:nvSpPr>
        <dsp:cNvPr id="0" name=""/>
        <dsp:cNvSpPr/>
      </dsp:nvSpPr>
      <dsp:spPr>
        <a:xfrm>
          <a:off x="0" y="1257695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12386-883F-4215-90EB-D17DA010202E}">
      <dsp:nvSpPr>
        <dsp:cNvPr id="0" name=""/>
        <dsp:cNvSpPr/>
      </dsp:nvSpPr>
      <dsp:spPr>
        <a:xfrm>
          <a:off x="0" y="1257695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Telegram</a:t>
          </a:r>
        </a:p>
      </dsp:txBody>
      <dsp:txXfrm>
        <a:off x="0" y="1257695"/>
        <a:ext cx="10517332" cy="251199"/>
      </dsp:txXfrm>
    </dsp:sp>
    <dsp:sp modelId="{C2416AA7-7414-49DC-A7BC-EFF64DDD16E3}">
      <dsp:nvSpPr>
        <dsp:cNvPr id="0" name=""/>
        <dsp:cNvSpPr/>
      </dsp:nvSpPr>
      <dsp:spPr>
        <a:xfrm>
          <a:off x="0" y="1508895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73C0D-9759-4052-8E89-CA059BCE2474}">
      <dsp:nvSpPr>
        <dsp:cNvPr id="0" name=""/>
        <dsp:cNvSpPr/>
      </dsp:nvSpPr>
      <dsp:spPr>
        <a:xfrm>
          <a:off x="0" y="1508895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PostgreSQL</a:t>
          </a:r>
        </a:p>
      </dsp:txBody>
      <dsp:txXfrm>
        <a:off x="0" y="1508895"/>
        <a:ext cx="10517332" cy="251199"/>
      </dsp:txXfrm>
    </dsp:sp>
    <dsp:sp modelId="{6987FD34-37A3-4C18-AF10-2288E0065519}">
      <dsp:nvSpPr>
        <dsp:cNvPr id="0" name=""/>
        <dsp:cNvSpPr/>
      </dsp:nvSpPr>
      <dsp:spPr>
        <a:xfrm>
          <a:off x="0" y="1760095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4EF09-3FEF-41B1-A331-A1C94CBA7457}">
      <dsp:nvSpPr>
        <dsp:cNvPr id="0" name=""/>
        <dsp:cNvSpPr/>
      </dsp:nvSpPr>
      <dsp:spPr>
        <a:xfrm>
          <a:off x="0" y="1760095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Ollama</a:t>
          </a:r>
        </a:p>
      </dsp:txBody>
      <dsp:txXfrm>
        <a:off x="0" y="1760095"/>
        <a:ext cx="10517332" cy="251199"/>
      </dsp:txXfrm>
    </dsp:sp>
    <dsp:sp modelId="{E93E52A1-6547-4486-9EA1-F3FD1A45BAE7}">
      <dsp:nvSpPr>
        <dsp:cNvPr id="0" name=""/>
        <dsp:cNvSpPr/>
      </dsp:nvSpPr>
      <dsp:spPr>
        <a:xfrm>
          <a:off x="0" y="2011295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06661-786A-4A0F-BFB9-55A018C88ABB}">
      <dsp:nvSpPr>
        <dsp:cNvPr id="0" name=""/>
        <dsp:cNvSpPr/>
      </dsp:nvSpPr>
      <dsp:spPr>
        <a:xfrm>
          <a:off x="0" y="2011295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State of the art</a:t>
          </a:r>
        </a:p>
      </dsp:txBody>
      <dsp:txXfrm>
        <a:off x="0" y="2011295"/>
        <a:ext cx="10517332" cy="251199"/>
      </dsp:txXfrm>
    </dsp:sp>
    <dsp:sp modelId="{7D31FD6A-31F3-4AB3-A069-D5F40DCA3C69}">
      <dsp:nvSpPr>
        <dsp:cNvPr id="0" name=""/>
        <dsp:cNvSpPr/>
      </dsp:nvSpPr>
      <dsp:spPr>
        <a:xfrm>
          <a:off x="0" y="2262494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BC9FF-1638-45FA-9D5A-CE741A506B1D}">
      <dsp:nvSpPr>
        <dsp:cNvPr id="0" name=""/>
        <dsp:cNvSpPr/>
      </dsp:nvSpPr>
      <dsp:spPr>
        <a:xfrm>
          <a:off x="0" y="2262494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State of the art – Schimbari</a:t>
          </a:r>
        </a:p>
      </dsp:txBody>
      <dsp:txXfrm>
        <a:off x="0" y="2262494"/>
        <a:ext cx="10517332" cy="251199"/>
      </dsp:txXfrm>
    </dsp:sp>
    <dsp:sp modelId="{56AED54D-5276-4E50-9C80-FEFAE6FFAB4A}">
      <dsp:nvSpPr>
        <dsp:cNvPr id="0" name=""/>
        <dsp:cNvSpPr/>
      </dsp:nvSpPr>
      <dsp:spPr>
        <a:xfrm>
          <a:off x="0" y="2513694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D2A04-E8D5-447C-A51C-774249B539F5}">
      <dsp:nvSpPr>
        <dsp:cNvPr id="0" name=""/>
        <dsp:cNvSpPr/>
      </dsp:nvSpPr>
      <dsp:spPr>
        <a:xfrm>
          <a:off x="0" y="2513694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Experiment 1 – Gestionarea utilizatorilor monitorizati</a:t>
          </a:r>
        </a:p>
      </dsp:txBody>
      <dsp:txXfrm>
        <a:off x="0" y="2513694"/>
        <a:ext cx="10517332" cy="251199"/>
      </dsp:txXfrm>
    </dsp:sp>
    <dsp:sp modelId="{8920EEF7-8E9B-48A5-8A94-588A0A10A91E}">
      <dsp:nvSpPr>
        <dsp:cNvPr id="0" name=""/>
        <dsp:cNvSpPr/>
      </dsp:nvSpPr>
      <dsp:spPr>
        <a:xfrm>
          <a:off x="0" y="2764894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86FC7-D535-4E3D-B562-E2D2CB63A528}">
      <dsp:nvSpPr>
        <dsp:cNvPr id="0" name=""/>
        <dsp:cNvSpPr/>
      </dsp:nvSpPr>
      <dsp:spPr>
        <a:xfrm>
          <a:off x="0" y="2764894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Experiment 2 – Gestionarea preferintelor</a:t>
          </a:r>
        </a:p>
      </dsp:txBody>
      <dsp:txXfrm>
        <a:off x="0" y="2764894"/>
        <a:ext cx="10517332" cy="251199"/>
      </dsp:txXfrm>
    </dsp:sp>
    <dsp:sp modelId="{7C4D49CC-64B0-4982-A384-2402CAD144C2}">
      <dsp:nvSpPr>
        <dsp:cNvPr id="0" name=""/>
        <dsp:cNvSpPr/>
      </dsp:nvSpPr>
      <dsp:spPr>
        <a:xfrm>
          <a:off x="0" y="3016094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F4B5-4262-4201-9A23-4BE1118F359F}">
      <dsp:nvSpPr>
        <dsp:cNvPr id="0" name=""/>
        <dsp:cNvSpPr/>
      </dsp:nvSpPr>
      <dsp:spPr>
        <a:xfrm>
          <a:off x="0" y="3016094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Experiment 3 – Sumarizarea mesajelor</a:t>
          </a:r>
        </a:p>
      </dsp:txBody>
      <dsp:txXfrm>
        <a:off x="0" y="3016094"/>
        <a:ext cx="10517332" cy="251199"/>
      </dsp:txXfrm>
    </dsp:sp>
    <dsp:sp modelId="{E67CB158-BE26-4AD9-B666-A39771A33066}">
      <dsp:nvSpPr>
        <dsp:cNvPr id="0" name=""/>
        <dsp:cNvSpPr/>
      </dsp:nvSpPr>
      <dsp:spPr>
        <a:xfrm>
          <a:off x="0" y="3267294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224658-6B63-4097-A3CD-8A750FA01B17}">
      <dsp:nvSpPr>
        <dsp:cNvPr id="0" name=""/>
        <dsp:cNvSpPr/>
      </dsp:nvSpPr>
      <dsp:spPr>
        <a:xfrm>
          <a:off x="0" y="3267294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Experiment 4 – Mesaj nedorit</a:t>
          </a:r>
        </a:p>
      </dsp:txBody>
      <dsp:txXfrm>
        <a:off x="0" y="3267294"/>
        <a:ext cx="10517332" cy="251199"/>
      </dsp:txXfrm>
    </dsp:sp>
    <dsp:sp modelId="{59BF21CE-BCA6-4367-8BD7-25442C18A7E4}">
      <dsp:nvSpPr>
        <dsp:cNvPr id="0" name=""/>
        <dsp:cNvSpPr/>
      </dsp:nvSpPr>
      <dsp:spPr>
        <a:xfrm>
          <a:off x="0" y="3518494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95ACB7-FF8A-4602-B668-03027A433C83}">
      <dsp:nvSpPr>
        <dsp:cNvPr id="0" name=""/>
        <dsp:cNvSpPr/>
      </dsp:nvSpPr>
      <dsp:spPr>
        <a:xfrm>
          <a:off x="0" y="3518494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Rezultate </a:t>
          </a:r>
        </a:p>
      </dsp:txBody>
      <dsp:txXfrm>
        <a:off x="0" y="3518494"/>
        <a:ext cx="10517332" cy="251199"/>
      </dsp:txXfrm>
    </dsp:sp>
    <dsp:sp modelId="{5CCE363E-CD9F-4701-9DE5-7B47076D7EA4}">
      <dsp:nvSpPr>
        <dsp:cNvPr id="0" name=""/>
        <dsp:cNvSpPr/>
      </dsp:nvSpPr>
      <dsp:spPr>
        <a:xfrm>
          <a:off x="0" y="3769694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641CA-20C0-4F07-BAC7-E66766053810}">
      <dsp:nvSpPr>
        <dsp:cNvPr id="0" name=""/>
        <dsp:cNvSpPr/>
      </dsp:nvSpPr>
      <dsp:spPr>
        <a:xfrm>
          <a:off x="0" y="3769694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Concluzie</a:t>
          </a:r>
        </a:p>
      </dsp:txBody>
      <dsp:txXfrm>
        <a:off x="0" y="3769694"/>
        <a:ext cx="10517332" cy="251199"/>
      </dsp:txXfrm>
    </dsp:sp>
    <dsp:sp modelId="{A2AAF58B-F102-4F34-92ED-74D596812206}">
      <dsp:nvSpPr>
        <dsp:cNvPr id="0" name=""/>
        <dsp:cNvSpPr/>
      </dsp:nvSpPr>
      <dsp:spPr>
        <a:xfrm>
          <a:off x="0" y="4020894"/>
          <a:ext cx="10517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04823-8206-41D8-97B0-183DD5225681}">
      <dsp:nvSpPr>
        <dsp:cNvPr id="0" name=""/>
        <dsp:cNvSpPr/>
      </dsp:nvSpPr>
      <dsp:spPr>
        <a:xfrm>
          <a:off x="0" y="4020894"/>
          <a:ext cx="10517332" cy="251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Bibliografie</a:t>
          </a:r>
        </a:p>
      </dsp:txBody>
      <dsp:txXfrm>
        <a:off x="0" y="4020894"/>
        <a:ext cx="10517332" cy="2511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311653-5177-4774-9EF6-4956E38EF025}">
      <dsp:nvSpPr>
        <dsp:cNvPr id="0" name=""/>
        <dsp:cNvSpPr/>
      </dsp:nvSpPr>
      <dsp:spPr>
        <a:xfrm>
          <a:off x="2009034" y="216"/>
          <a:ext cx="1086773" cy="108677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baseline="0"/>
            <a:t>Volum mare mesaje office</a:t>
          </a:r>
          <a:endParaRPr lang="en-US" sz="1000" kern="1200"/>
        </a:p>
      </dsp:txBody>
      <dsp:txXfrm>
        <a:off x="2168188" y="159370"/>
        <a:ext cx="768465" cy="768465"/>
      </dsp:txXfrm>
    </dsp:sp>
    <dsp:sp modelId="{7C124283-CC04-4990-9BEB-2B26CC2BE2DA}">
      <dsp:nvSpPr>
        <dsp:cNvPr id="0" name=""/>
        <dsp:cNvSpPr/>
      </dsp:nvSpPr>
      <dsp:spPr>
        <a:xfrm rot="2160000">
          <a:off x="3061537" y="835169"/>
          <a:ext cx="289218" cy="3667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3069822" y="883026"/>
        <a:ext cx="202453" cy="220071"/>
      </dsp:txXfrm>
    </dsp:sp>
    <dsp:sp modelId="{7A4D53BE-070D-4A12-9A33-6DF66BAE9A44}">
      <dsp:nvSpPr>
        <dsp:cNvPr id="0" name=""/>
        <dsp:cNvSpPr/>
      </dsp:nvSpPr>
      <dsp:spPr>
        <a:xfrm>
          <a:off x="3329729" y="959757"/>
          <a:ext cx="1086773" cy="108677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baseline="0"/>
            <a:t>Informații importante greu de extras</a:t>
          </a:r>
          <a:endParaRPr lang="en-US" sz="1000" kern="1200"/>
        </a:p>
      </dsp:txBody>
      <dsp:txXfrm>
        <a:off x="3488883" y="1118911"/>
        <a:ext cx="768465" cy="768465"/>
      </dsp:txXfrm>
    </dsp:sp>
    <dsp:sp modelId="{D12EBFAD-423A-44F8-94F6-0763D7B5A957}">
      <dsp:nvSpPr>
        <dsp:cNvPr id="0" name=""/>
        <dsp:cNvSpPr/>
      </dsp:nvSpPr>
      <dsp:spPr>
        <a:xfrm rot="6480000">
          <a:off x="3478806" y="2088250"/>
          <a:ext cx="289218" cy="3667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3535594" y="2120348"/>
        <a:ext cx="202453" cy="220071"/>
      </dsp:txXfrm>
    </dsp:sp>
    <dsp:sp modelId="{A97FA0F9-A5A3-4B9E-8E5C-6754FBD6D448}">
      <dsp:nvSpPr>
        <dsp:cNvPr id="0" name=""/>
        <dsp:cNvSpPr/>
      </dsp:nvSpPr>
      <dsp:spPr>
        <a:xfrm>
          <a:off x="2825268" y="2512326"/>
          <a:ext cx="1086773" cy="108677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baseline="0"/>
            <a:t>Suprasarcină cognitivă utilizatori</a:t>
          </a:r>
          <a:endParaRPr lang="en-US" sz="1000" kern="1200"/>
        </a:p>
      </dsp:txBody>
      <dsp:txXfrm>
        <a:off x="2984422" y="2671480"/>
        <a:ext cx="768465" cy="768465"/>
      </dsp:txXfrm>
    </dsp:sp>
    <dsp:sp modelId="{FE6D4596-57E8-48DD-8B79-D148737F3119}">
      <dsp:nvSpPr>
        <dsp:cNvPr id="0" name=""/>
        <dsp:cNvSpPr/>
      </dsp:nvSpPr>
      <dsp:spPr>
        <a:xfrm rot="10800000">
          <a:off x="2415997" y="2872320"/>
          <a:ext cx="289218" cy="3667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2502762" y="2945677"/>
        <a:ext cx="202453" cy="220071"/>
      </dsp:txXfrm>
    </dsp:sp>
    <dsp:sp modelId="{6B03F372-D9C0-4A39-96FD-E8EA50F02D34}">
      <dsp:nvSpPr>
        <dsp:cNvPr id="0" name=""/>
        <dsp:cNvSpPr/>
      </dsp:nvSpPr>
      <dsp:spPr>
        <a:xfrm>
          <a:off x="1192800" y="2512326"/>
          <a:ext cx="1086773" cy="108677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baseline="0" dirty="0"/>
            <a:t>Timp </a:t>
          </a:r>
          <a:r>
            <a:rPr lang="en-US" sz="1000" b="0" i="0" kern="1200" baseline="0" dirty="0" err="1"/>
            <a:t>pierdut</a:t>
          </a:r>
          <a:r>
            <a:rPr lang="en-US" sz="1000" b="0" i="0" kern="1200" baseline="0" dirty="0"/>
            <a:t> </a:t>
          </a:r>
          <a:r>
            <a:rPr lang="en-US" sz="1000" b="0" i="0" kern="1200" baseline="0" dirty="0" err="1"/>
            <a:t>în</a:t>
          </a:r>
          <a:r>
            <a:rPr lang="en-US" sz="1000" b="0" i="0" kern="1200" baseline="0" dirty="0"/>
            <a:t> chat-</a:t>
          </a:r>
          <a:r>
            <a:rPr lang="en-US" sz="1000" b="0" i="0" kern="1200" baseline="0" dirty="0" err="1"/>
            <a:t>uri</a:t>
          </a:r>
          <a:endParaRPr lang="en-US" sz="1000" kern="1200" dirty="0"/>
        </a:p>
      </dsp:txBody>
      <dsp:txXfrm>
        <a:off x="1351954" y="2671480"/>
        <a:ext cx="768465" cy="768465"/>
      </dsp:txXfrm>
    </dsp:sp>
    <dsp:sp modelId="{736DB3B2-6BF1-4F4B-B020-5A563C3C6FB9}">
      <dsp:nvSpPr>
        <dsp:cNvPr id="0" name=""/>
        <dsp:cNvSpPr/>
      </dsp:nvSpPr>
      <dsp:spPr>
        <a:xfrm rot="15120000">
          <a:off x="1341877" y="2103820"/>
          <a:ext cx="289218" cy="3667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1398665" y="2218436"/>
        <a:ext cx="202453" cy="220071"/>
      </dsp:txXfrm>
    </dsp:sp>
    <dsp:sp modelId="{367E8D18-38F8-466C-A00A-202603CF8AA1}">
      <dsp:nvSpPr>
        <dsp:cNvPr id="0" name=""/>
        <dsp:cNvSpPr/>
      </dsp:nvSpPr>
      <dsp:spPr>
        <a:xfrm>
          <a:off x="688340" y="959757"/>
          <a:ext cx="1086773" cy="108677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baseline="0"/>
            <a:t>Risc ratări task-uri / deadline-uri</a:t>
          </a:r>
          <a:endParaRPr lang="en-US" sz="1000" kern="1200"/>
        </a:p>
      </dsp:txBody>
      <dsp:txXfrm>
        <a:off x="847494" y="1118911"/>
        <a:ext cx="768465" cy="768465"/>
      </dsp:txXfrm>
    </dsp:sp>
    <dsp:sp modelId="{1E861AA3-3A2D-4A26-B5D5-691A8998D390}">
      <dsp:nvSpPr>
        <dsp:cNvPr id="0" name=""/>
        <dsp:cNvSpPr/>
      </dsp:nvSpPr>
      <dsp:spPr>
        <a:xfrm rot="19440000">
          <a:off x="1740842" y="844791"/>
          <a:ext cx="289218" cy="3667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749127" y="943648"/>
        <a:ext cx="202453" cy="2200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9C8800-47AA-4750-A8CA-C80D5557CBD0}">
      <dsp:nvSpPr>
        <dsp:cNvPr id="0" name=""/>
        <dsp:cNvSpPr/>
      </dsp:nvSpPr>
      <dsp:spPr>
        <a:xfrm>
          <a:off x="0" y="193157"/>
          <a:ext cx="5104842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Asistent AI pentru mesaje</a:t>
          </a:r>
          <a:endParaRPr lang="en-US" sz="2500" kern="1200"/>
        </a:p>
      </dsp:txBody>
      <dsp:txXfrm>
        <a:off x="28557" y="221714"/>
        <a:ext cx="5047728" cy="527886"/>
      </dsp:txXfrm>
    </dsp:sp>
    <dsp:sp modelId="{9BC5F85B-658F-45D4-B7D8-9883C86A5832}">
      <dsp:nvSpPr>
        <dsp:cNvPr id="0" name=""/>
        <dsp:cNvSpPr/>
      </dsp:nvSpPr>
      <dsp:spPr>
        <a:xfrm>
          <a:off x="0" y="850157"/>
          <a:ext cx="5104842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Analiză semantică automată</a:t>
          </a:r>
          <a:endParaRPr lang="en-US" sz="2500" kern="1200"/>
        </a:p>
      </dsp:txBody>
      <dsp:txXfrm>
        <a:off x="28557" y="878714"/>
        <a:ext cx="5047728" cy="527886"/>
      </dsp:txXfrm>
    </dsp:sp>
    <dsp:sp modelId="{EAF1627B-A421-4BD6-B1E8-1FA0CC328725}">
      <dsp:nvSpPr>
        <dsp:cNvPr id="0" name=""/>
        <dsp:cNvSpPr/>
      </dsp:nvSpPr>
      <dsp:spPr>
        <a:xfrm>
          <a:off x="0" y="1507157"/>
          <a:ext cx="5104842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Filtrare și rezumare personalizată</a:t>
          </a:r>
          <a:endParaRPr lang="en-US" sz="2500" kern="1200"/>
        </a:p>
      </dsp:txBody>
      <dsp:txXfrm>
        <a:off x="28557" y="1535714"/>
        <a:ext cx="5047728" cy="527886"/>
      </dsp:txXfrm>
    </dsp:sp>
    <dsp:sp modelId="{505B5095-6410-4C56-87DA-1FDE2EFCCBFB}">
      <dsp:nvSpPr>
        <dsp:cNvPr id="0" name=""/>
        <dsp:cNvSpPr/>
      </dsp:nvSpPr>
      <dsp:spPr>
        <a:xfrm>
          <a:off x="0" y="2164158"/>
          <a:ext cx="5104842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Reducerea timpului de citire</a:t>
          </a:r>
          <a:endParaRPr lang="en-US" sz="2500" kern="1200"/>
        </a:p>
      </dsp:txBody>
      <dsp:txXfrm>
        <a:off x="28557" y="2192715"/>
        <a:ext cx="5047728" cy="527886"/>
      </dsp:txXfrm>
    </dsp:sp>
    <dsp:sp modelId="{FD825FDC-7BF4-4B91-81F9-CBE8883D9F37}">
      <dsp:nvSpPr>
        <dsp:cNvPr id="0" name=""/>
        <dsp:cNvSpPr/>
      </dsp:nvSpPr>
      <dsp:spPr>
        <a:xfrm>
          <a:off x="0" y="2821158"/>
          <a:ext cx="5104842" cy="585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Suport decizional utilizator</a:t>
          </a:r>
          <a:endParaRPr lang="en-US" sz="2500" kern="1200"/>
        </a:p>
      </dsp:txBody>
      <dsp:txXfrm>
        <a:off x="28557" y="2849715"/>
        <a:ext cx="5047728" cy="5278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E67FD7-60E7-48E3-8426-1602EEF09F3D}">
      <dsp:nvSpPr>
        <dsp:cNvPr id="0" name=""/>
        <dsp:cNvSpPr/>
      </dsp:nvSpPr>
      <dsp:spPr>
        <a:xfrm rot="5400000">
          <a:off x="6073451" y="-2494710"/>
          <a:ext cx="927948" cy="61528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Asculta</a:t>
          </a:r>
          <a:r>
            <a:rPr lang="en-US" sz="1400" kern="1200" dirty="0"/>
            <a:t> </a:t>
          </a:r>
          <a:r>
            <a:rPr lang="en-US" sz="1400" kern="1200" dirty="0" err="1"/>
            <a:t>evenimente</a:t>
          </a:r>
          <a:r>
            <a:rPr lang="en-US" sz="1400" kern="1200" dirty="0"/>
            <a:t> Telegram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/>
            <a:t>Declanseaza fluxul automat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/>
            <a:t>Coordoneaza AI + baze de date</a:t>
          </a:r>
        </a:p>
      </dsp:txBody>
      <dsp:txXfrm rot="-5400000">
        <a:off x="3460990" y="163050"/>
        <a:ext cx="6107572" cy="837350"/>
      </dsp:txXfrm>
    </dsp:sp>
    <dsp:sp modelId="{9084D145-7CEB-490C-8F83-01BF158B1A5E}">
      <dsp:nvSpPr>
        <dsp:cNvPr id="0" name=""/>
        <dsp:cNvSpPr/>
      </dsp:nvSpPr>
      <dsp:spPr>
        <a:xfrm>
          <a:off x="0" y="1757"/>
          <a:ext cx="3460989" cy="11599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Rol general</a:t>
          </a:r>
        </a:p>
      </dsp:txBody>
      <dsp:txXfrm>
        <a:off x="56623" y="58380"/>
        <a:ext cx="3347743" cy="1046689"/>
      </dsp:txXfrm>
    </dsp:sp>
    <dsp:sp modelId="{3E510AA6-9DC0-44CF-B2F3-40928F153B11}">
      <dsp:nvSpPr>
        <dsp:cNvPr id="0" name=""/>
        <dsp:cNvSpPr/>
      </dsp:nvSpPr>
      <dsp:spPr>
        <a:xfrm rot="5400000">
          <a:off x="6073451" y="-1276777"/>
          <a:ext cx="927948" cy="61528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Detectare</a:t>
          </a:r>
          <a:r>
            <a:rPr lang="en-US" sz="1400" kern="1200" dirty="0"/>
            <a:t> </a:t>
          </a:r>
          <a:r>
            <a:rPr lang="en-US" sz="1400" kern="1200" dirty="0" err="1"/>
            <a:t>comenzi</a:t>
          </a:r>
          <a:r>
            <a:rPr lang="en-US" sz="1400" kern="1200" dirty="0"/>
            <a:t> </a:t>
          </a:r>
          <a:r>
            <a:rPr lang="en-US" sz="1400" kern="1200" dirty="0" err="1"/>
            <a:t>utilizator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Generare</a:t>
          </a:r>
          <a:r>
            <a:rPr lang="en-US" sz="1400" kern="1200" dirty="0"/>
            <a:t> </a:t>
          </a:r>
          <a:r>
            <a:rPr lang="en-US" sz="1400" kern="1200" dirty="0" err="1"/>
            <a:t>interogari</a:t>
          </a:r>
          <a:r>
            <a:rPr lang="en-US" sz="1400" kern="1200" dirty="0"/>
            <a:t> SQL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/>
            <a:t>Executie pe baza de date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Formatare</a:t>
          </a:r>
          <a:r>
            <a:rPr lang="en-US" sz="1400" kern="1200" dirty="0"/>
            <a:t> </a:t>
          </a:r>
          <a:r>
            <a:rPr lang="en-US" sz="1400" kern="1200" dirty="0" err="1"/>
            <a:t>raspuns</a:t>
          </a:r>
          <a:r>
            <a:rPr lang="en-US" sz="1400" kern="1200" dirty="0"/>
            <a:t> </a:t>
          </a:r>
          <a:r>
            <a:rPr lang="en-US" sz="1400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ea typeface="+mn-ea"/>
              <a:cs typeface="+mn-cs"/>
            </a:rPr>
            <a:t>pentru</a:t>
          </a:r>
          <a:r>
            <a:rPr 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ea typeface="+mn-ea"/>
              <a:cs typeface="+mn-cs"/>
            </a:rPr>
            <a:t> Telegram</a:t>
          </a:r>
        </a:p>
      </dsp:txBody>
      <dsp:txXfrm rot="-5400000">
        <a:off x="3460990" y="1380983"/>
        <a:ext cx="6107572" cy="837350"/>
      </dsp:txXfrm>
    </dsp:sp>
    <dsp:sp modelId="{69D2776F-38B4-4BD1-A547-7DED9322B890}">
      <dsp:nvSpPr>
        <dsp:cNvPr id="0" name=""/>
        <dsp:cNvSpPr/>
      </dsp:nvSpPr>
      <dsp:spPr>
        <a:xfrm>
          <a:off x="0" y="1219690"/>
          <a:ext cx="3460989" cy="11599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Ramura</a:t>
          </a:r>
          <a:r>
            <a:rPr lang="en-US" sz="2300" kern="1200" dirty="0"/>
            <a:t> 1: </a:t>
          </a:r>
          <a:r>
            <a:rPr lang="en-US" sz="2300" kern="1200" dirty="0" err="1"/>
            <a:t>Administrativa</a:t>
          </a:r>
          <a:r>
            <a:rPr lang="en-US" sz="2300" kern="1200" dirty="0"/>
            <a:t> (</a:t>
          </a:r>
          <a:r>
            <a:rPr lang="en-US" sz="2300" kern="1200" dirty="0" err="1"/>
            <a:t>Comenzi</a:t>
          </a:r>
          <a:r>
            <a:rPr lang="en-US" sz="2300" kern="1200" dirty="0"/>
            <a:t>)</a:t>
          </a:r>
        </a:p>
      </dsp:txBody>
      <dsp:txXfrm>
        <a:off x="56623" y="1276313"/>
        <a:ext cx="3347743" cy="1046689"/>
      </dsp:txXfrm>
    </dsp:sp>
    <dsp:sp modelId="{C91D80C1-6D33-4D80-8D97-107BD68C9F80}">
      <dsp:nvSpPr>
        <dsp:cNvPr id="0" name=""/>
        <dsp:cNvSpPr/>
      </dsp:nvSpPr>
      <dsp:spPr>
        <a:xfrm rot="5400000">
          <a:off x="6073451" y="-58844"/>
          <a:ext cx="927948" cy="61528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Verificare</a:t>
          </a:r>
          <a:r>
            <a:rPr lang="en-US" sz="1400" kern="1200" dirty="0"/>
            <a:t> </a:t>
          </a:r>
          <a:r>
            <a:rPr lang="en-US" sz="1400" kern="1200" dirty="0" err="1"/>
            <a:t>utilizator</a:t>
          </a:r>
          <a:r>
            <a:rPr lang="en-US" sz="1400" kern="1200" dirty="0"/>
            <a:t> </a:t>
          </a:r>
          <a:r>
            <a:rPr lang="en-US" sz="1400" kern="1200" dirty="0" err="1"/>
            <a:t>monitorizat</a:t>
          </a:r>
          <a:r>
            <a:rPr lang="en-US" sz="1400" kern="1200" dirty="0"/>
            <a:t> </a:t>
          </a:r>
          <a:r>
            <a:rPr lang="en-US" sz="1400" kern="1200" dirty="0" err="1"/>
            <a:t>si</a:t>
          </a:r>
          <a:r>
            <a:rPr lang="en-US" sz="1400" kern="1200" dirty="0"/>
            <a:t> </a:t>
          </a:r>
          <a:r>
            <a:rPr lang="en-US" sz="1400" kern="1200" dirty="0" err="1"/>
            <a:t>extractie</a:t>
          </a:r>
          <a:r>
            <a:rPr lang="en-US" sz="1400" kern="1200" dirty="0"/>
            <a:t> </a:t>
          </a:r>
          <a:r>
            <a:rPr lang="en-US" sz="1400" kern="1200" dirty="0" err="1"/>
            <a:t>preferinte</a:t>
          </a:r>
          <a:r>
            <a:rPr lang="en-US" sz="1400" kern="1200" dirty="0"/>
            <a:t> </a:t>
          </a:r>
          <a:r>
            <a:rPr lang="en-US" sz="1400" kern="1200" dirty="0" err="1"/>
            <a:t>salvate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 err="1"/>
            <a:t>Construire</a:t>
          </a:r>
          <a:r>
            <a:rPr lang="en-US" sz="1400" kern="1200" dirty="0"/>
            <a:t> prompt de </a:t>
          </a:r>
          <a:r>
            <a:rPr lang="en-US" sz="1400" kern="1200" dirty="0" err="1"/>
            <a:t>sistem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Trimitere </a:t>
          </a:r>
          <a:r>
            <a:rPr lang="en-US" sz="1400" kern="1200" dirty="0" err="1"/>
            <a:t>mesaj</a:t>
          </a:r>
          <a:r>
            <a:rPr lang="en-US" sz="1400" kern="1200" dirty="0"/>
            <a:t> </a:t>
          </a:r>
          <a:r>
            <a:rPr lang="en-US" sz="1400" kern="1200" dirty="0" err="1"/>
            <a:t>catre</a:t>
          </a:r>
          <a:r>
            <a:rPr lang="en-US" sz="1400" kern="1200" dirty="0"/>
            <a:t> </a:t>
          </a:r>
          <a:r>
            <a:rPr lang="en-US" sz="1400" kern="1200" dirty="0" err="1"/>
            <a:t>Ollama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/>
            <a:t>Retrimitere rezumat pe Telegram</a:t>
          </a:r>
        </a:p>
      </dsp:txBody>
      <dsp:txXfrm rot="-5400000">
        <a:off x="3460990" y="2598916"/>
        <a:ext cx="6107572" cy="837350"/>
      </dsp:txXfrm>
    </dsp:sp>
    <dsp:sp modelId="{6163D7C3-7C0D-4825-B77F-AE47AE0A9A86}">
      <dsp:nvSpPr>
        <dsp:cNvPr id="0" name=""/>
        <dsp:cNvSpPr/>
      </dsp:nvSpPr>
      <dsp:spPr>
        <a:xfrm>
          <a:off x="0" y="2437622"/>
          <a:ext cx="3460989" cy="11599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Ramura 2: AI (Procesare mesaje)</a:t>
          </a:r>
          <a:endParaRPr lang="en-US" sz="2300" kern="1200" dirty="0"/>
        </a:p>
      </dsp:txBody>
      <dsp:txXfrm>
        <a:off x="56623" y="2494245"/>
        <a:ext cx="3347743" cy="10466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E7DD3D-E1FA-46E1-B12C-1679ECB8CE3D}">
      <dsp:nvSpPr>
        <dsp:cNvPr id="0" name=""/>
        <dsp:cNvSpPr/>
      </dsp:nvSpPr>
      <dsp:spPr>
        <a:xfrm>
          <a:off x="2071564" y="1122"/>
          <a:ext cx="2105124" cy="842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 dirty="0" err="1"/>
            <a:t>Platformă</a:t>
          </a:r>
          <a:r>
            <a:rPr lang="en-US" sz="1200" b="0" i="0" kern="1200" baseline="0" dirty="0"/>
            <a:t> de </a:t>
          </a:r>
          <a:r>
            <a:rPr lang="en-US" sz="1200" b="0" i="0" kern="1200" baseline="0" dirty="0" err="1"/>
            <a:t>containerizare</a:t>
          </a:r>
          <a:endParaRPr lang="en-US" sz="1200" kern="1200" dirty="0"/>
        </a:p>
      </dsp:txBody>
      <dsp:txXfrm>
        <a:off x="2492589" y="1122"/>
        <a:ext cx="1263075" cy="842049"/>
      </dsp:txXfrm>
    </dsp:sp>
    <dsp:sp modelId="{8E744CD5-AB59-4A80-93B4-15AB244C8D28}">
      <dsp:nvSpPr>
        <dsp:cNvPr id="0" name=""/>
        <dsp:cNvSpPr/>
      </dsp:nvSpPr>
      <dsp:spPr>
        <a:xfrm>
          <a:off x="2071564" y="961058"/>
          <a:ext cx="2105124" cy="842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Izolare și reproductibilitate</a:t>
          </a:r>
          <a:endParaRPr lang="en-US" sz="1200" kern="1200"/>
        </a:p>
      </dsp:txBody>
      <dsp:txXfrm>
        <a:off x="2492589" y="961058"/>
        <a:ext cx="1263075" cy="842049"/>
      </dsp:txXfrm>
    </dsp:sp>
    <dsp:sp modelId="{A6B09788-67C0-47DE-B51D-5EB891FD086B}">
      <dsp:nvSpPr>
        <dsp:cNvPr id="0" name=""/>
        <dsp:cNvSpPr/>
      </dsp:nvSpPr>
      <dsp:spPr>
        <a:xfrm>
          <a:off x="2071564" y="1920995"/>
          <a:ext cx="2105124" cy="842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Securitate prin environment variables</a:t>
          </a:r>
          <a:endParaRPr lang="en-US" sz="1200" kern="1200"/>
        </a:p>
      </dsp:txBody>
      <dsp:txXfrm>
        <a:off x="2492589" y="1920995"/>
        <a:ext cx="1263075" cy="842049"/>
      </dsp:txXfrm>
    </dsp:sp>
    <dsp:sp modelId="{F1FF9973-EB13-4ADB-88CE-5F662D693796}">
      <dsp:nvSpPr>
        <dsp:cNvPr id="0" name=""/>
        <dsp:cNvSpPr/>
      </dsp:nvSpPr>
      <dsp:spPr>
        <a:xfrm>
          <a:off x="2071564" y="2880932"/>
          <a:ext cx="2105124" cy="84204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Arhitectură definită în docker-compose.yml</a:t>
          </a:r>
          <a:endParaRPr lang="en-US" sz="1200" kern="1200"/>
        </a:p>
      </dsp:txBody>
      <dsp:txXfrm>
        <a:off x="2492589" y="2880932"/>
        <a:ext cx="1263075" cy="8420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FAE3E6-3763-4D21-BF2B-6C4E577B2132}">
      <dsp:nvSpPr>
        <dsp:cNvPr id="0" name=""/>
        <dsp:cNvSpPr/>
      </dsp:nvSpPr>
      <dsp:spPr>
        <a:xfrm>
          <a:off x="0" y="52606"/>
          <a:ext cx="3581876" cy="25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n8n_db – DB sistem n8n (Postgres 16)</a:t>
          </a:r>
        </a:p>
      </dsp:txBody>
      <dsp:txXfrm>
        <a:off x="12565" y="65171"/>
        <a:ext cx="3556746" cy="232270"/>
      </dsp:txXfrm>
    </dsp:sp>
    <dsp:sp modelId="{5593F570-96F4-430C-AE3C-CEC308D47287}">
      <dsp:nvSpPr>
        <dsp:cNvPr id="0" name=""/>
        <dsp:cNvSpPr/>
      </dsp:nvSpPr>
      <dsp:spPr>
        <a:xfrm>
          <a:off x="0" y="341686"/>
          <a:ext cx="3581876" cy="25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project_db</a:t>
          </a:r>
          <a:r>
            <a:rPr lang="en-US" sz="1100" kern="1200" dirty="0"/>
            <a:t> – DB </a:t>
          </a:r>
          <a:r>
            <a:rPr lang="en-US" sz="1100" kern="1200" dirty="0" err="1"/>
            <a:t>proiect</a:t>
          </a:r>
          <a:r>
            <a:rPr lang="en-US" sz="1100" kern="1200" dirty="0"/>
            <a:t> (</a:t>
          </a:r>
          <a:r>
            <a:rPr lang="en-US" sz="1100" kern="1200" dirty="0" err="1"/>
            <a:t>pgvector</a:t>
          </a:r>
          <a:r>
            <a:rPr lang="en-US" sz="1100" kern="1200" dirty="0"/>
            <a:t>, </a:t>
          </a:r>
          <a:r>
            <a:rPr lang="en-US" sz="1100" kern="1200" dirty="0" err="1"/>
            <a:t>preferințe</a:t>
          </a:r>
          <a:r>
            <a:rPr lang="en-US" sz="1100" kern="1200" dirty="0"/>
            <a:t>)</a:t>
          </a:r>
        </a:p>
      </dsp:txBody>
      <dsp:txXfrm>
        <a:off x="12565" y="354251"/>
        <a:ext cx="3556746" cy="232270"/>
      </dsp:txXfrm>
    </dsp:sp>
    <dsp:sp modelId="{4F2F2264-6430-455C-996F-30A0529D52D6}">
      <dsp:nvSpPr>
        <dsp:cNvPr id="0" name=""/>
        <dsp:cNvSpPr/>
      </dsp:nvSpPr>
      <dsp:spPr>
        <a:xfrm>
          <a:off x="0" y="630767"/>
          <a:ext cx="3581876" cy="25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n8n – Orchestrator automatizare (port 5678)</a:t>
          </a:r>
        </a:p>
      </dsp:txBody>
      <dsp:txXfrm>
        <a:off x="12565" y="643332"/>
        <a:ext cx="3556746" cy="232270"/>
      </dsp:txXfrm>
    </dsp:sp>
    <dsp:sp modelId="{8C48B555-9CCC-461E-93EE-87AAC24FAEA1}">
      <dsp:nvSpPr>
        <dsp:cNvPr id="0" name=""/>
        <dsp:cNvSpPr/>
      </dsp:nvSpPr>
      <dsp:spPr>
        <a:xfrm>
          <a:off x="0" y="919847"/>
          <a:ext cx="3581876" cy="25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ollama – Runtime AI (port 11434, volum persistent)</a:t>
          </a:r>
        </a:p>
      </dsp:txBody>
      <dsp:txXfrm>
        <a:off x="12565" y="932412"/>
        <a:ext cx="3556746" cy="232270"/>
      </dsp:txXfrm>
    </dsp:sp>
    <dsp:sp modelId="{56FB0B66-B914-428A-80DA-13A4DEA4C69F}">
      <dsp:nvSpPr>
        <dsp:cNvPr id="0" name=""/>
        <dsp:cNvSpPr/>
      </dsp:nvSpPr>
      <dsp:spPr>
        <a:xfrm>
          <a:off x="0" y="1208927"/>
          <a:ext cx="3581876" cy="25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model-puller – Descărcare automată model</a:t>
          </a:r>
        </a:p>
      </dsp:txBody>
      <dsp:txXfrm>
        <a:off x="12565" y="1221492"/>
        <a:ext cx="3556746" cy="232270"/>
      </dsp:txXfrm>
    </dsp:sp>
    <dsp:sp modelId="{08A4A495-C483-47B2-9FB9-EA12B81562E5}">
      <dsp:nvSpPr>
        <dsp:cNvPr id="0" name=""/>
        <dsp:cNvSpPr/>
      </dsp:nvSpPr>
      <dsp:spPr>
        <a:xfrm>
          <a:off x="0" y="1498007"/>
          <a:ext cx="3581876" cy="25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ngrok – Expunere webhook n8n (Telegram API)</a:t>
          </a:r>
        </a:p>
      </dsp:txBody>
      <dsp:txXfrm>
        <a:off x="12565" y="1510572"/>
        <a:ext cx="3556746" cy="2322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09CE9-45EC-4A5A-BF28-57174D28FC75}">
      <dsp:nvSpPr>
        <dsp:cNvPr id="0" name=""/>
        <dsp:cNvSpPr/>
      </dsp:nvSpPr>
      <dsp:spPr>
        <a:xfrm>
          <a:off x="0" y="23028"/>
          <a:ext cx="3486251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/monitor add &lt;user_id&gt; [name]</a:t>
          </a:r>
        </a:p>
      </dsp:txBody>
      <dsp:txXfrm>
        <a:off x="19419" y="42447"/>
        <a:ext cx="3447413" cy="358962"/>
      </dsp:txXfrm>
    </dsp:sp>
    <dsp:sp modelId="{05D6249A-F30D-4895-945C-289384DE70AF}">
      <dsp:nvSpPr>
        <dsp:cNvPr id="0" name=""/>
        <dsp:cNvSpPr/>
      </dsp:nvSpPr>
      <dsp:spPr>
        <a:xfrm>
          <a:off x="0" y="469788"/>
          <a:ext cx="3486251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/monitor del &lt;user_id&gt;</a:t>
          </a:r>
        </a:p>
      </dsp:txBody>
      <dsp:txXfrm>
        <a:off x="19419" y="489207"/>
        <a:ext cx="3447413" cy="358962"/>
      </dsp:txXfrm>
    </dsp:sp>
    <dsp:sp modelId="{8B17ADCB-D7A3-470F-BBAF-DEBBC1EBF009}">
      <dsp:nvSpPr>
        <dsp:cNvPr id="0" name=""/>
        <dsp:cNvSpPr/>
      </dsp:nvSpPr>
      <dsp:spPr>
        <a:xfrm>
          <a:off x="0" y="916548"/>
          <a:ext cx="3486251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/monitor sh | ls</a:t>
          </a:r>
        </a:p>
      </dsp:txBody>
      <dsp:txXfrm>
        <a:off x="19419" y="935967"/>
        <a:ext cx="3447413" cy="358962"/>
      </dsp:txXfrm>
    </dsp:sp>
    <dsp:sp modelId="{70769DD3-901A-446F-936F-E489C4347B34}">
      <dsp:nvSpPr>
        <dsp:cNvPr id="0" name=""/>
        <dsp:cNvSpPr/>
      </dsp:nvSpPr>
      <dsp:spPr>
        <a:xfrm>
          <a:off x="0" y="1363308"/>
          <a:ext cx="3486251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/pref set &lt;text&gt;</a:t>
          </a:r>
        </a:p>
      </dsp:txBody>
      <dsp:txXfrm>
        <a:off x="19419" y="1382727"/>
        <a:ext cx="3447413" cy="358962"/>
      </dsp:txXfrm>
    </dsp:sp>
    <dsp:sp modelId="{0D4E5924-4B35-4D4C-BC76-1E2112FD19DF}">
      <dsp:nvSpPr>
        <dsp:cNvPr id="0" name=""/>
        <dsp:cNvSpPr/>
      </dsp:nvSpPr>
      <dsp:spPr>
        <a:xfrm>
          <a:off x="0" y="1810068"/>
          <a:ext cx="3486251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/pref del</a:t>
          </a:r>
        </a:p>
      </dsp:txBody>
      <dsp:txXfrm>
        <a:off x="19419" y="1829487"/>
        <a:ext cx="3447413" cy="358962"/>
      </dsp:txXfrm>
    </dsp:sp>
    <dsp:sp modelId="{1A8046D5-CFCC-4DE2-8C89-DE70479BF1BE}">
      <dsp:nvSpPr>
        <dsp:cNvPr id="0" name=""/>
        <dsp:cNvSpPr/>
      </dsp:nvSpPr>
      <dsp:spPr>
        <a:xfrm>
          <a:off x="0" y="2256828"/>
          <a:ext cx="3486251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/pref sh | ls</a:t>
          </a:r>
        </a:p>
      </dsp:txBody>
      <dsp:txXfrm>
        <a:off x="19419" y="2276247"/>
        <a:ext cx="3447413" cy="3589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9F020-96C2-4E08-92C9-01B35219EEFA}">
      <dsp:nvSpPr>
        <dsp:cNvPr id="0" name=""/>
        <dsp:cNvSpPr/>
      </dsp:nvSpPr>
      <dsp:spPr>
        <a:xfrm>
          <a:off x="1411947" y="0"/>
          <a:ext cx="3599316" cy="3599316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8962FBA-0337-4B6C-8761-93D58EE45384}">
      <dsp:nvSpPr>
        <dsp:cNvPr id="0" name=""/>
        <dsp:cNvSpPr/>
      </dsp:nvSpPr>
      <dsp:spPr>
        <a:xfrm>
          <a:off x="1645903" y="233955"/>
          <a:ext cx="1439726" cy="143972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Memorie persistenta a aplicatiei</a:t>
          </a:r>
          <a:endParaRPr lang="en-US" sz="1200" kern="1200"/>
        </a:p>
      </dsp:txBody>
      <dsp:txXfrm>
        <a:off x="1716185" y="304237"/>
        <a:ext cx="1299162" cy="1299162"/>
      </dsp:txXfrm>
    </dsp:sp>
    <dsp:sp modelId="{6E790275-77C0-4617-96E2-47467DB8AA84}">
      <dsp:nvSpPr>
        <dsp:cNvPr id="0" name=""/>
        <dsp:cNvSpPr/>
      </dsp:nvSpPr>
      <dsp:spPr>
        <a:xfrm>
          <a:off x="3337581" y="233955"/>
          <a:ext cx="1439726" cy="1439726"/>
        </a:xfrm>
        <a:prstGeom prst="roundRect">
          <a:avLst/>
        </a:prstGeom>
        <a:gradFill rotWithShape="0">
          <a:gsLst>
            <a:gs pos="0">
              <a:schemeClr val="accent2">
                <a:hueOff val="-452831"/>
                <a:satOff val="6353"/>
                <a:lumOff val="1307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452831"/>
                <a:satOff val="6353"/>
                <a:lumOff val="1307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452831"/>
                <a:satOff val="6353"/>
                <a:lumOff val="1307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Stocare date configurare utilizator</a:t>
          </a:r>
          <a:endParaRPr lang="en-US" sz="1200" kern="1200"/>
        </a:p>
      </dsp:txBody>
      <dsp:txXfrm>
        <a:off x="3407863" y="304237"/>
        <a:ext cx="1299162" cy="1299162"/>
      </dsp:txXfrm>
    </dsp:sp>
    <dsp:sp modelId="{9F9E1E7C-980D-4D74-AD27-40E305A6572C}">
      <dsp:nvSpPr>
        <dsp:cNvPr id="0" name=""/>
        <dsp:cNvSpPr/>
      </dsp:nvSpPr>
      <dsp:spPr>
        <a:xfrm>
          <a:off x="1645903" y="1925634"/>
          <a:ext cx="1439726" cy="1439726"/>
        </a:xfrm>
        <a:prstGeom prst="roundRect">
          <a:avLst/>
        </a:prstGeom>
        <a:gradFill rotWithShape="0">
          <a:gsLst>
            <a:gs pos="0">
              <a:schemeClr val="accent2">
                <a:hueOff val="-905661"/>
                <a:satOff val="12706"/>
                <a:lumOff val="261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905661"/>
                <a:satOff val="12706"/>
                <a:lumOff val="261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905661"/>
                <a:satOff val="12706"/>
                <a:lumOff val="261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Suport pentru logica AI personalizata</a:t>
          </a:r>
          <a:endParaRPr lang="en-US" sz="1200" kern="1200"/>
        </a:p>
      </dsp:txBody>
      <dsp:txXfrm>
        <a:off x="1716185" y="1995916"/>
        <a:ext cx="1299162" cy="1299162"/>
      </dsp:txXfrm>
    </dsp:sp>
    <dsp:sp modelId="{A4A8C3ED-9EBE-45E2-9AF6-8E861A81222D}">
      <dsp:nvSpPr>
        <dsp:cNvPr id="0" name=""/>
        <dsp:cNvSpPr/>
      </dsp:nvSpPr>
      <dsp:spPr>
        <a:xfrm>
          <a:off x="3337581" y="1925634"/>
          <a:ext cx="1439726" cy="1439726"/>
        </a:xfrm>
        <a:prstGeom prst="roundRect">
          <a:avLst/>
        </a:prstGeom>
        <a:gradFill rotWithShape="0">
          <a:gsLst>
            <a:gs pos="0">
              <a:schemeClr val="accent2">
                <a:hueOff val="-1358492"/>
                <a:satOff val="19059"/>
                <a:lumOff val="392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-1358492"/>
                <a:satOff val="19059"/>
                <a:lumOff val="392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-1358492"/>
                <a:satOff val="19059"/>
                <a:lumOff val="392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altLang="en-US" sz="1200" kern="1200" dirty="0">
              <a:effectLst/>
              <a:latin typeface="Arial" panose="020B0604020202020204" pitchFamily="34" charset="0"/>
            </a:rPr>
            <a:t>Tipuri de date stocate:</a:t>
          </a:r>
          <a:endParaRPr lang="en-US" sz="12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altLang="en-US" sz="900" kern="1200" dirty="0">
              <a:effectLst/>
              <a:latin typeface="Arial" panose="020B0604020202020204" pitchFamily="34" charset="0"/>
            </a:rPr>
            <a:t>monitored_users - ID si nume utilizatori  monitorizati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altLang="en-US" sz="900" kern="1200" dirty="0">
              <a:effectLst/>
              <a:latin typeface="Arial" panose="020B0604020202020204" pitchFamily="34" charset="0"/>
            </a:rPr>
            <a:t>user_preferences - Instructiuni de filtrare administrator</a:t>
          </a:r>
          <a:endParaRPr lang="en-US" altLang="en-US" sz="900" kern="1200" dirty="0">
            <a:effectLst/>
            <a:latin typeface="Arial" panose="020B0604020202020204" pitchFamily="34" charset="0"/>
          </a:endParaRPr>
        </a:p>
      </dsp:txBody>
      <dsp:txXfrm>
        <a:off x="3407863" y="1995916"/>
        <a:ext cx="1299162" cy="12991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8A52D-3D4C-4B58-ACF8-BD8A0F91CABC}">
      <dsp:nvSpPr>
        <dsp:cNvPr id="0" name=""/>
        <dsp:cNvSpPr/>
      </dsp:nvSpPr>
      <dsp:spPr>
        <a:xfrm>
          <a:off x="481740" y="0"/>
          <a:ext cx="5459729" cy="359931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68EE9-0BCE-457F-97D2-7A769D07FA26}">
      <dsp:nvSpPr>
        <dsp:cNvPr id="0" name=""/>
        <dsp:cNvSpPr/>
      </dsp:nvSpPr>
      <dsp:spPr>
        <a:xfrm>
          <a:off x="2822" y="1079794"/>
          <a:ext cx="1234147" cy="14397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Rulare locala model LLM (Llama 3.2)</a:t>
          </a:r>
        </a:p>
      </dsp:txBody>
      <dsp:txXfrm>
        <a:off x="63068" y="1140040"/>
        <a:ext cx="1113655" cy="1319234"/>
      </dsp:txXfrm>
    </dsp:sp>
    <dsp:sp modelId="{2B2CA5CB-0C1A-4BB5-BEE1-F0942C38C995}">
      <dsp:nvSpPr>
        <dsp:cNvPr id="0" name=""/>
        <dsp:cNvSpPr/>
      </dsp:nvSpPr>
      <dsp:spPr>
        <a:xfrm>
          <a:off x="1298677" y="1079794"/>
          <a:ext cx="1234147" cy="14397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Server API local pentru inferenta</a:t>
          </a:r>
        </a:p>
      </dsp:txBody>
      <dsp:txXfrm>
        <a:off x="1358923" y="1140040"/>
        <a:ext cx="1113655" cy="1319234"/>
      </dsp:txXfrm>
    </dsp:sp>
    <dsp:sp modelId="{E3F02ABB-A54E-49F3-A3CC-971294390299}">
      <dsp:nvSpPr>
        <dsp:cNvPr id="0" name=""/>
        <dsp:cNvSpPr/>
      </dsp:nvSpPr>
      <dsp:spPr>
        <a:xfrm>
          <a:off x="2594531" y="1079794"/>
          <a:ext cx="1234147" cy="14397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Integrare directa cu n8n</a:t>
          </a:r>
        </a:p>
      </dsp:txBody>
      <dsp:txXfrm>
        <a:off x="2654777" y="1140040"/>
        <a:ext cx="1113655" cy="1319234"/>
      </dsp:txXfrm>
    </dsp:sp>
    <dsp:sp modelId="{DB73A888-E9BF-4A33-81F5-3F12F6EEC451}">
      <dsp:nvSpPr>
        <dsp:cNvPr id="0" name=""/>
        <dsp:cNvSpPr/>
      </dsp:nvSpPr>
      <dsp:spPr>
        <a:xfrm>
          <a:off x="3890386" y="1079794"/>
          <a:ext cx="1234147" cy="14397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Procesare interna a datelor</a:t>
          </a:r>
        </a:p>
      </dsp:txBody>
      <dsp:txXfrm>
        <a:off x="3950632" y="1140040"/>
        <a:ext cx="1113655" cy="1319234"/>
      </dsp:txXfrm>
    </dsp:sp>
    <dsp:sp modelId="{11BFCBE3-BA01-4CCB-903C-7898FEA0E307}">
      <dsp:nvSpPr>
        <dsp:cNvPr id="0" name=""/>
        <dsp:cNvSpPr/>
      </dsp:nvSpPr>
      <dsp:spPr>
        <a:xfrm>
          <a:off x="5186241" y="1079794"/>
          <a:ext cx="1234147" cy="14397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Asigura data sovereignty</a:t>
          </a:r>
        </a:p>
      </dsp:txBody>
      <dsp:txXfrm>
        <a:off x="5246487" y="1140040"/>
        <a:ext cx="1113655" cy="131923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F6B3CE-C0FB-450F-8CEB-7ADD2A5E2E29}">
      <dsp:nvSpPr>
        <dsp:cNvPr id="0" name=""/>
        <dsp:cNvSpPr/>
      </dsp:nvSpPr>
      <dsp:spPr>
        <a:xfrm>
          <a:off x="886224" y="3470"/>
          <a:ext cx="1992004" cy="119520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LLM-uri bazate pe Transformer</a:t>
          </a:r>
        </a:p>
      </dsp:txBody>
      <dsp:txXfrm>
        <a:off x="886224" y="3470"/>
        <a:ext cx="1992004" cy="1195202"/>
      </dsp:txXfrm>
    </dsp:sp>
    <dsp:sp modelId="{A8564542-A2EB-4798-955D-7A4936F42122}">
      <dsp:nvSpPr>
        <dsp:cNvPr id="0" name=""/>
        <dsp:cNvSpPr/>
      </dsp:nvSpPr>
      <dsp:spPr>
        <a:xfrm>
          <a:off x="3077429" y="3470"/>
          <a:ext cx="1992004" cy="1195202"/>
        </a:xfrm>
        <a:prstGeom prst="rect">
          <a:avLst/>
        </a:prstGeom>
        <a:gradFill rotWithShape="0">
          <a:gsLst>
            <a:gs pos="0">
              <a:schemeClr val="accent5">
                <a:hueOff val="237179"/>
                <a:satOff val="25"/>
                <a:lumOff val="78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237179"/>
                <a:satOff val="25"/>
                <a:lumOff val="78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237179"/>
                <a:satOff val="25"/>
                <a:lumOff val="78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Self-attention, context global</a:t>
          </a:r>
        </a:p>
      </dsp:txBody>
      <dsp:txXfrm>
        <a:off x="3077429" y="3470"/>
        <a:ext cx="1992004" cy="1195202"/>
      </dsp:txXfrm>
    </dsp:sp>
    <dsp:sp modelId="{CFB5FFAA-E84A-48A9-B69A-B501069CE661}">
      <dsp:nvSpPr>
        <dsp:cNvPr id="0" name=""/>
        <dsp:cNvSpPr/>
      </dsp:nvSpPr>
      <dsp:spPr>
        <a:xfrm>
          <a:off x="886224" y="1397873"/>
          <a:ext cx="1992004" cy="1195202"/>
        </a:xfrm>
        <a:prstGeom prst="rect">
          <a:avLst/>
        </a:prstGeom>
        <a:gradFill rotWithShape="0">
          <a:gsLst>
            <a:gs pos="0">
              <a:schemeClr val="accent5">
                <a:hueOff val="474358"/>
                <a:satOff val="51"/>
                <a:lumOff val="1569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474358"/>
                <a:satOff val="51"/>
                <a:lumOff val="1569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474358"/>
                <a:satOff val="51"/>
                <a:lumOff val="1569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Tokenizare subword (BPE)</a:t>
          </a:r>
        </a:p>
      </dsp:txBody>
      <dsp:txXfrm>
        <a:off x="886224" y="1397873"/>
        <a:ext cx="1992004" cy="1195202"/>
      </dsp:txXfrm>
    </dsp:sp>
    <dsp:sp modelId="{96842D22-4E24-4070-9257-117ECA12DD89}">
      <dsp:nvSpPr>
        <dsp:cNvPr id="0" name=""/>
        <dsp:cNvSpPr/>
      </dsp:nvSpPr>
      <dsp:spPr>
        <a:xfrm>
          <a:off x="3077429" y="1397873"/>
          <a:ext cx="1992004" cy="1195202"/>
        </a:xfrm>
        <a:prstGeom prst="rect">
          <a:avLst/>
        </a:prstGeom>
        <a:gradFill rotWithShape="0">
          <a:gsLst>
            <a:gs pos="0">
              <a:schemeClr val="accent5">
                <a:hueOff val="711537"/>
                <a:satOff val="76"/>
                <a:lumOff val="235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711537"/>
                <a:satOff val="76"/>
                <a:lumOff val="235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711537"/>
                <a:satOff val="76"/>
                <a:lumOff val="2353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In-context learning, prompting</a:t>
          </a:r>
        </a:p>
      </dsp:txBody>
      <dsp:txXfrm>
        <a:off x="3077429" y="1397873"/>
        <a:ext cx="1992004" cy="1195202"/>
      </dsp:txXfrm>
    </dsp:sp>
    <dsp:sp modelId="{13A5840D-85BF-4A3E-821F-8E44FC71F43C}">
      <dsp:nvSpPr>
        <dsp:cNvPr id="0" name=""/>
        <dsp:cNvSpPr/>
      </dsp:nvSpPr>
      <dsp:spPr>
        <a:xfrm>
          <a:off x="886224" y="2792277"/>
          <a:ext cx="1992004" cy="1195202"/>
        </a:xfrm>
        <a:prstGeom prst="rect">
          <a:avLst/>
        </a:prstGeom>
        <a:gradFill rotWithShape="0">
          <a:gsLst>
            <a:gs pos="0">
              <a:schemeClr val="accent5">
                <a:hueOff val="948715"/>
                <a:satOff val="102"/>
                <a:lumOff val="3137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948715"/>
                <a:satOff val="102"/>
                <a:lumOff val="3137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948715"/>
                <a:satOff val="102"/>
                <a:lumOff val="3137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Modele open-source competitive</a:t>
          </a:r>
        </a:p>
      </dsp:txBody>
      <dsp:txXfrm>
        <a:off x="886224" y="2792277"/>
        <a:ext cx="1992004" cy="1195202"/>
      </dsp:txXfrm>
    </dsp:sp>
    <dsp:sp modelId="{636D651A-3EF5-40A2-BF9C-33E3C59E4E78}">
      <dsp:nvSpPr>
        <dsp:cNvPr id="0" name=""/>
        <dsp:cNvSpPr/>
      </dsp:nvSpPr>
      <dsp:spPr>
        <a:xfrm>
          <a:off x="3077429" y="2792277"/>
          <a:ext cx="1992004" cy="1195202"/>
        </a:xfrm>
        <a:prstGeom prst="rect">
          <a:avLst/>
        </a:prstGeom>
        <a:gradFill rotWithShape="0">
          <a:gsLst>
            <a:gs pos="0">
              <a:schemeClr val="accent5">
                <a:hueOff val="1185894"/>
                <a:satOff val="127"/>
                <a:lumOff val="3921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1185894"/>
                <a:satOff val="127"/>
                <a:lumOff val="3921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1185894"/>
                <a:satOff val="127"/>
                <a:lumOff val="3921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Arhitecturi multi-agent, tool-use</a:t>
          </a:r>
        </a:p>
      </dsp:txBody>
      <dsp:txXfrm>
        <a:off x="3077429" y="2792277"/>
        <a:ext cx="1992004" cy="1195202"/>
      </dsp:txXfrm>
    </dsp:sp>
    <dsp:sp modelId="{F47DB272-2165-4D6F-861E-69DBE3BFA7C9}">
      <dsp:nvSpPr>
        <dsp:cNvPr id="0" name=""/>
        <dsp:cNvSpPr/>
      </dsp:nvSpPr>
      <dsp:spPr>
        <a:xfrm>
          <a:off x="886224" y="4186680"/>
          <a:ext cx="1992004" cy="1195202"/>
        </a:xfrm>
        <a:prstGeom prst="rect">
          <a:avLst/>
        </a:prstGeom>
        <a:gradFill rotWithShape="0">
          <a:gsLst>
            <a:gs pos="0">
              <a:schemeClr val="accent5">
                <a:hueOff val="1423073"/>
                <a:satOff val="153"/>
                <a:lumOff val="470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1423073"/>
                <a:satOff val="153"/>
                <a:lumOff val="470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1423073"/>
                <a:satOff val="153"/>
                <a:lumOff val="470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Memorie persistentă, personalizare</a:t>
          </a:r>
        </a:p>
      </dsp:txBody>
      <dsp:txXfrm>
        <a:off x="886224" y="4186680"/>
        <a:ext cx="1992004" cy="1195202"/>
      </dsp:txXfrm>
    </dsp:sp>
    <dsp:sp modelId="{023D0D1C-3816-4B68-885D-E697CBF182E8}">
      <dsp:nvSpPr>
        <dsp:cNvPr id="0" name=""/>
        <dsp:cNvSpPr/>
      </dsp:nvSpPr>
      <dsp:spPr>
        <a:xfrm>
          <a:off x="3077429" y="4186680"/>
          <a:ext cx="1992004" cy="1195202"/>
        </a:xfrm>
        <a:prstGeom prst="rect">
          <a:avLst/>
        </a:prstGeom>
        <a:gradFill rotWithShape="0">
          <a:gsLst>
            <a:gs pos="0">
              <a:schemeClr val="accent5">
                <a:hueOff val="1660252"/>
                <a:satOff val="178"/>
                <a:lumOff val="549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1660252"/>
                <a:satOff val="178"/>
                <a:lumOff val="549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1660252"/>
                <a:satOff val="178"/>
                <a:lumOff val="549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Containerizare și reproducibilitate</a:t>
          </a:r>
        </a:p>
      </dsp:txBody>
      <dsp:txXfrm>
        <a:off x="3077429" y="4186680"/>
        <a:ext cx="1992004" cy="11952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E44E9-96F7-429D-B4DC-CF99F1B5621C}">
      <dsp:nvSpPr>
        <dsp:cNvPr id="0" name=""/>
        <dsp:cNvSpPr/>
      </dsp:nvSpPr>
      <dsp:spPr>
        <a:xfrm>
          <a:off x="0" y="0"/>
          <a:ext cx="8339593" cy="6477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Introducerea memoriei vectoriale</a:t>
          </a:r>
          <a:endParaRPr lang="en-US" sz="2900" kern="1200"/>
        </a:p>
      </dsp:txBody>
      <dsp:txXfrm>
        <a:off x="18973" y="18973"/>
        <a:ext cx="7564780" cy="609849"/>
      </dsp:txXfrm>
    </dsp:sp>
    <dsp:sp modelId="{F65CDFF1-F180-4435-9F59-A6D7CCCAEC69}">
      <dsp:nvSpPr>
        <dsp:cNvPr id="0" name=""/>
        <dsp:cNvSpPr/>
      </dsp:nvSpPr>
      <dsp:spPr>
        <a:xfrm>
          <a:off x="622761" y="737766"/>
          <a:ext cx="8339593" cy="6477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Prompting în loc de fine-tuning</a:t>
          </a:r>
          <a:endParaRPr lang="en-US" sz="2900" kern="1200"/>
        </a:p>
      </dsp:txBody>
      <dsp:txXfrm>
        <a:off x="641734" y="756739"/>
        <a:ext cx="7257818" cy="609849"/>
      </dsp:txXfrm>
    </dsp:sp>
    <dsp:sp modelId="{29690C86-00B5-40AC-821B-0E9B71FE41A7}">
      <dsp:nvSpPr>
        <dsp:cNvPr id="0" name=""/>
        <dsp:cNvSpPr/>
      </dsp:nvSpPr>
      <dsp:spPr>
        <a:xfrm>
          <a:off x="1245523" y="1475533"/>
          <a:ext cx="8339593" cy="6477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Separarea logicii în agenți</a:t>
          </a:r>
          <a:endParaRPr lang="en-US" sz="2900" kern="1200"/>
        </a:p>
      </dsp:txBody>
      <dsp:txXfrm>
        <a:off x="1264496" y="1494506"/>
        <a:ext cx="7257818" cy="609849"/>
      </dsp:txXfrm>
    </dsp:sp>
    <dsp:sp modelId="{631B77B2-C01E-4E67-AB61-68001D2C86CE}">
      <dsp:nvSpPr>
        <dsp:cNvPr id="0" name=""/>
        <dsp:cNvSpPr/>
      </dsp:nvSpPr>
      <dsp:spPr>
        <a:xfrm>
          <a:off x="1868285" y="2213300"/>
          <a:ext cx="8339593" cy="6477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Rulare locală a LLM</a:t>
          </a:r>
          <a:endParaRPr lang="en-US" sz="2900" kern="1200"/>
        </a:p>
      </dsp:txBody>
      <dsp:txXfrm>
        <a:off x="1887258" y="2232273"/>
        <a:ext cx="7257818" cy="609849"/>
      </dsp:txXfrm>
    </dsp:sp>
    <dsp:sp modelId="{6D3D59CB-71BA-47EB-9454-8BAB0AE4887C}">
      <dsp:nvSpPr>
        <dsp:cNvPr id="0" name=""/>
        <dsp:cNvSpPr/>
      </dsp:nvSpPr>
      <dsp:spPr>
        <a:xfrm>
          <a:off x="2491047" y="2951067"/>
          <a:ext cx="8339593" cy="6477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/>
            <a:t>Containerizare completă (Docker)</a:t>
          </a:r>
          <a:endParaRPr lang="en-US" sz="2900" kern="1200"/>
        </a:p>
      </dsp:txBody>
      <dsp:txXfrm>
        <a:off x="2510020" y="2970040"/>
        <a:ext cx="7257818" cy="609849"/>
      </dsp:txXfrm>
    </dsp:sp>
    <dsp:sp modelId="{451F3767-5280-4F94-A96B-95FD084EE023}">
      <dsp:nvSpPr>
        <dsp:cNvPr id="0" name=""/>
        <dsp:cNvSpPr/>
      </dsp:nvSpPr>
      <dsp:spPr>
        <a:xfrm>
          <a:off x="7918526" y="473250"/>
          <a:ext cx="421066" cy="4210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013266" y="473250"/>
        <a:ext cx="231586" cy="316852"/>
      </dsp:txXfrm>
    </dsp:sp>
    <dsp:sp modelId="{4BEE062F-261C-490C-AA05-87267266BDAD}">
      <dsp:nvSpPr>
        <dsp:cNvPr id="0" name=""/>
        <dsp:cNvSpPr/>
      </dsp:nvSpPr>
      <dsp:spPr>
        <a:xfrm>
          <a:off x="8541288" y="1211017"/>
          <a:ext cx="421066" cy="42106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636028" y="1211017"/>
        <a:ext cx="231586" cy="316852"/>
      </dsp:txXfrm>
    </dsp:sp>
    <dsp:sp modelId="{B19092BE-15BC-425C-BDE7-8DE651E3C3D1}">
      <dsp:nvSpPr>
        <dsp:cNvPr id="0" name=""/>
        <dsp:cNvSpPr/>
      </dsp:nvSpPr>
      <dsp:spPr>
        <a:xfrm>
          <a:off x="9164050" y="1937987"/>
          <a:ext cx="421066" cy="42106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258790" y="1937987"/>
        <a:ext cx="231586" cy="316852"/>
      </dsp:txXfrm>
    </dsp:sp>
    <dsp:sp modelId="{F9EDC92B-0FB9-4ECB-B7E7-AA84E59700FF}">
      <dsp:nvSpPr>
        <dsp:cNvPr id="0" name=""/>
        <dsp:cNvSpPr/>
      </dsp:nvSpPr>
      <dsp:spPr>
        <a:xfrm>
          <a:off x="9786812" y="2682952"/>
          <a:ext cx="421066" cy="42106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881552" y="2682952"/>
        <a:ext cx="231586" cy="31685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E722A-AB7C-4595-9EDE-8AF916E10AB4}">
      <dsp:nvSpPr>
        <dsp:cNvPr id="0" name=""/>
        <dsp:cNvSpPr/>
      </dsp:nvSpPr>
      <dsp:spPr>
        <a:xfrm>
          <a:off x="0" y="1073661"/>
          <a:ext cx="9613860" cy="143972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1662F5-D26A-4A41-96B0-AF6B30EC8B6E}">
      <dsp:nvSpPr>
        <dsp:cNvPr id="0" name=""/>
        <dsp:cNvSpPr/>
      </dsp:nvSpPr>
      <dsp:spPr>
        <a:xfrm>
          <a:off x="2376" y="0"/>
          <a:ext cx="1383635" cy="1439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/>
            <a:t>Functionalitatile principale validate</a:t>
          </a:r>
          <a:endParaRPr lang="en-US" sz="1200" kern="1200"/>
        </a:p>
      </dsp:txBody>
      <dsp:txXfrm>
        <a:off x="2376" y="0"/>
        <a:ext cx="1383635" cy="1439726"/>
      </dsp:txXfrm>
    </dsp:sp>
    <dsp:sp modelId="{52A1994C-807F-4171-A413-7BDC788FB150}">
      <dsp:nvSpPr>
        <dsp:cNvPr id="0" name=""/>
        <dsp:cNvSpPr/>
      </dsp:nvSpPr>
      <dsp:spPr>
        <a:xfrm>
          <a:off x="514228" y="1619692"/>
          <a:ext cx="359931" cy="3599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57243-EDFD-4E0C-97BC-2B348A03F76B}">
      <dsp:nvSpPr>
        <dsp:cNvPr id="0" name=""/>
        <dsp:cNvSpPr/>
      </dsp:nvSpPr>
      <dsp:spPr>
        <a:xfrm>
          <a:off x="1455193" y="2159589"/>
          <a:ext cx="1383635" cy="1439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/>
            <a:t>Configurare dinamica prin comenzi</a:t>
          </a:r>
          <a:endParaRPr lang="en-US" sz="1200" kern="1200"/>
        </a:p>
      </dsp:txBody>
      <dsp:txXfrm>
        <a:off x="1455193" y="2159589"/>
        <a:ext cx="1383635" cy="1439726"/>
      </dsp:txXfrm>
    </dsp:sp>
    <dsp:sp modelId="{36C8B720-0EB3-4C85-8747-29D018372835}">
      <dsp:nvSpPr>
        <dsp:cNvPr id="0" name=""/>
        <dsp:cNvSpPr/>
      </dsp:nvSpPr>
      <dsp:spPr>
        <a:xfrm>
          <a:off x="1967045" y="1619692"/>
          <a:ext cx="359931" cy="3599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9C4451-F7D4-4718-8D7B-C9F79ECDA89B}">
      <dsp:nvSpPr>
        <dsp:cNvPr id="0" name=""/>
        <dsp:cNvSpPr/>
      </dsp:nvSpPr>
      <dsp:spPr>
        <a:xfrm>
          <a:off x="2908011" y="0"/>
          <a:ext cx="1383635" cy="1439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/>
            <a:t>Raspuns in timp real</a:t>
          </a:r>
          <a:endParaRPr lang="en-US" sz="1200" kern="1200"/>
        </a:p>
      </dsp:txBody>
      <dsp:txXfrm>
        <a:off x="2908011" y="0"/>
        <a:ext cx="1383635" cy="1439726"/>
      </dsp:txXfrm>
    </dsp:sp>
    <dsp:sp modelId="{F1616AE8-B927-4385-80BA-10502F13A0F0}">
      <dsp:nvSpPr>
        <dsp:cNvPr id="0" name=""/>
        <dsp:cNvSpPr/>
      </dsp:nvSpPr>
      <dsp:spPr>
        <a:xfrm>
          <a:off x="3419863" y="1619692"/>
          <a:ext cx="359931" cy="3599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3111B-C447-4A2A-B818-C039E4FA8064}">
      <dsp:nvSpPr>
        <dsp:cNvPr id="0" name=""/>
        <dsp:cNvSpPr/>
      </dsp:nvSpPr>
      <dsp:spPr>
        <a:xfrm>
          <a:off x="4360828" y="2159589"/>
          <a:ext cx="1383635" cy="1439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/>
            <a:t>Comportament personalizat utilizator</a:t>
          </a:r>
          <a:endParaRPr lang="en-US" sz="1200" kern="1200"/>
        </a:p>
      </dsp:txBody>
      <dsp:txXfrm>
        <a:off x="4360828" y="2159589"/>
        <a:ext cx="1383635" cy="1439726"/>
      </dsp:txXfrm>
    </dsp:sp>
    <dsp:sp modelId="{D0C73740-A7F8-4F7D-AF63-4D21AAEC70B4}">
      <dsp:nvSpPr>
        <dsp:cNvPr id="0" name=""/>
        <dsp:cNvSpPr/>
      </dsp:nvSpPr>
      <dsp:spPr>
        <a:xfrm>
          <a:off x="4872680" y="1619692"/>
          <a:ext cx="359931" cy="3599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5C48E-2AED-4D32-A870-C6642DA6C334}">
      <dsp:nvSpPr>
        <dsp:cNvPr id="0" name=""/>
        <dsp:cNvSpPr/>
      </dsp:nvSpPr>
      <dsp:spPr>
        <a:xfrm>
          <a:off x="5813645" y="0"/>
          <a:ext cx="1383635" cy="1439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/>
            <a:t>Integrare stabila Telegram – AI</a:t>
          </a:r>
          <a:endParaRPr lang="en-US" sz="1200" kern="1200"/>
        </a:p>
      </dsp:txBody>
      <dsp:txXfrm>
        <a:off x="5813645" y="0"/>
        <a:ext cx="1383635" cy="1439726"/>
      </dsp:txXfrm>
    </dsp:sp>
    <dsp:sp modelId="{A00D4554-D17F-452C-BE2E-F652B00F1634}">
      <dsp:nvSpPr>
        <dsp:cNvPr id="0" name=""/>
        <dsp:cNvSpPr/>
      </dsp:nvSpPr>
      <dsp:spPr>
        <a:xfrm>
          <a:off x="6325497" y="1619692"/>
          <a:ext cx="359931" cy="3599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73D3D-6F2D-4840-89FF-569C6509DA02}">
      <dsp:nvSpPr>
        <dsp:cNvPr id="0" name=""/>
        <dsp:cNvSpPr/>
      </dsp:nvSpPr>
      <dsp:spPr>
        <a:xfrm>
          <a:off x="7266462" y="2159589"/>
          <a:ext cx="1383635" cy="1439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/>
            <a:t>Arhitectura modulara si extensibila</a:t>
          </a:r>
          <a:endParaRPr lang="en-US" sz="1200" kern="1200"/>
        </a:p>
      </dsp:txBody>
      <dsp:txXfrm>
        <a:off x="7266462" y="2159589"/>
        <a:ext cx="1383635" cy="1439726"/>
      </dsp:txXfrm>
    </dsp:sp>
    <dsp:sp modelId="{95D7CFCC-1DB1-4E2E-BB52-D16E5ADEC1CE}">
      <dsp:nvSpPr>
        <dsp:cNvPr id="0" name=""/>
        <dsp:cNvSpPr/>
      </dsp:nvSpPr>
      <dsp:spPr>
        <a:xfrm>
          <a:off x="7778314" y="1619692"/>
          <a:ext cx="359931" cy="3599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9A9A-B4B0-4B32-B8CD-2E25E95134C4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21DC-8981-44E6-BC8C-2BA8F673FFBB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9C5D3-0140-4E75-8D7F-C0623D06DFD7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666F9-5B40-48E0-8DFD-99EF944CDD22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8D6B-2C72-4E21-9893-A649C6E2A47D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11C9-A66C-49F0-970E-F7B68D9109A0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AE78-96A2-4A23-B183-3B6DB4374FE7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0757-B101-4811-9189-10EB2F458E2D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C078-589F-40E3-816C-EE21D62B5BB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518A9-B687-4302-9395-2322403C665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A684-0CB7-41E9-A4DF-5D1C2CA5BF6F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7C35-9E19-4518-A4B2-3B09CD8CC75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96DA8-8897-4DDF-BFB6-5D83863C837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A708-C5F0-412D-90E2-1919F0D196A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F8FA-EF43-4642-9368-3F4E33039BD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E721-B01C-4D5D-A3CA-2E5518383F10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513FEF9-69D0-4F8C-A336-59491FBEDC47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04436-CA73-4D53-89B4-2A5C7347BF2F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5.jpe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10" Type="http://schemas.openxmlformats.org/officeDocument/2006/relationships/image" Target="../media/image7.svg"/><Relationship Id="rId4" Type="http://schemas.openxmlformats.org/officeDocument/2006/relationships/diagramData" Target="../diagrams/data3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12" Type="http://schemas.openxmlformats.org/officeDocument/2006/relationships/image" Target="../media/image9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10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12.png"/><Relationship Id="rId9" Type="http://schemas.microsoft.com/office/2007/relationships/diagramDrawing" Target="../diagrams/drawing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3A479957-FE3B-4612-3A3B-9CD92426E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90" r="15920" b="2"/>
          <a:stretch>
            <a:fillRect/>
          </a:stretch>
        </p:blipFill>
        <p:spPr>
          <a:xfrm>
            <a:off x="6093556" y="10"/>
            <a:ext cx="6095267" cy="685799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21052C-1A31-44AF-8B72-AE3A24A4D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88333"/>
            <a:ext cx="6400800" cy="1857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EFF113E-9131-4EEB-8249-CBE6E831C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162908"/>
            <a:ext cx="6411743" cy="253218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91312D-4F74-97B7-4A0C-23AA83E1B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403231"/>
            <a:ext cx="5192940" cy="2133600"/>
          </a:xfrm>
        </p:spPr>
        <p:txBody>
          <a:bodyPr>
            <a:normAutofit/>
          </a:bodyPr>
          <a:lstStyle/>
          <a:p>
            <a:r>
              <a:rPr lang="en-US" dirty="0"/>
              <a:t>AI Chat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99F029-486D-E528-D39D-7C0F017CA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7697" y="396100"/>
            <a:ext cx="2365565" cy="1442211"/>
          </a:xfrm>
        </p:spPr>
        <p:txBody>
          <a:bodyPr>
            <a:noAutofit/>
          </a:bodyPr>
          <a:lstStyle/>
          <a:p>
            <a:r>
              <a:rPr lang="en-US" sz="1600" b="1" dirty="0"/>
              <a:t>STUDENTI:</a:t>
            </a:r>
          </a:p>
          <a:p>
            <a:r>
              <a:rPr lang="en-US" sz="1600" b="1" dirty="0" err="1"/>
              <a:t>Esterabadeyan</a:t>
            </a:r>
            <a:r>
              <a:rPr lang="en-US" sz="1600" b="1" dirty="0"/>
              <a:t> Hadi</a:t>
            </a:r>
          </a:p>
          <a:p>
            <a:r>
              <a:rPr lang="en-US" sz="1600" b="1" dirty="0" err="1"/>
              <a:t>Roseanu</a:t>
            </a:r>
            <a:r>
              <a:rPr lang="en-US" sz="1600" b="1" dirty="0"/>
              <a:t> Vlad-George</a:t>
            </a:r>
          </a:p>
          <a:p>
            <a:r>
              <a:rPr lang="en-US" sz="1600" b="1" dirty="0" err="1"/>
              <a:t>Tecsan</a:t>
            </a:r>
            <a:r>
              <a:rPr lang="en-US" sz="1600" b="1" dirty="0"/>
              <a:t> Calin</a:t>
            </a:r>
          </a:p>
          <a:p>
            <a:endParaRPr lang="en-US" sz="1600" b="1" dirty="0"/>
          </a:p>
          <a:p>
            <a:r>
              <a:rPr lang="en-US" sz="1600" b="1" dirty="0"/>
              <a:t> </a:t>
            </a:r>
          </a:p>
          <a:p>
            <a:endParaRPr lang="en-US" sz="16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8B55B9C-FF9C-07C1-393F-2A2354973B54}"/>
              </a:ext>
            </a:extLst>
          </p:cNvPr>
          <p:cNvSpPr txBox="1">
            <a:spLocks/>
          </p:cNvSpPr>
          <p:nvPr/>
        </p:nvSpPr>
        <p:spPr>
          <a:xfrm>
            <a:off x="3947462" y="4933447"/>
            <a:ext cx="1925800" cy="1507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COORDONATOR:</a:t>
            </a:r>
          </a:p>
          <a:p>
            <a:r>
              <a:rPr lang="en-US" sz="1600" b="1" dirty="0" err="1"/>
              <a:t>Curavale</a:t>
            </a:r>
            <a:r>
              <a:rPr lang="en-US" sz="1600" b="1" dirty="0"/>
              <a:t> Dan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Grupa: 443D</a:t>
            </a:r>
          </a:p>
          <a:p>
            <a:endParaRPr lang="en-US" sz="1600" b="1" dirty="0"/>
          </a:p>
          <a:p>
            <a:r>
              <a:rPr lang="en-US" sz="1600" b="1" dirty="0"/>
              <a:t>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7686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0E1AF-3E47-803B-2E2C-097946F92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Cuprins</a:t>
            </a:r>
            <a:endParaRPr lang="en-US" dirty="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EAD4D0CB-19F5-479E-97CA-5C5E5F0FA4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4703030"/>
              </p:ext>
            </p:extLst>
          </p:nvPr>
        </p:nvGraphicFramePr>
        <p:xfrm>
          <a:off x="680321" y="2336873"/>
          <a:ext cx="10517332" cy="4273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876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1" name="Rectangle 3090">
            <a:extLst>
              <a:ext uri="{FF2B5EF4-FFF2-40B4-BE49-F238E27FC236}">
                <a16:creationId xmlns:a16="http://schemas.microsoft.com/office/drawing/2014/main" id="{C1DA4A20-1DD6-463A-865B-BC58C7202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92" name="Picture 3091">
            <a:extLst>
              <a:ext uri="{FF2B5EF4-FFF2-40B4-BE49-F238E27FC236}">
                <a16:creationId xmlns:a16="http://schemas.microsoft.com/office/drawing/2014/main" id="{962C18E5-8207-4CDA-8D1F-3399785D1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3093" name="Rectangle 3092">
            <a:extLst>
              <a:ext uri="{FF2B5EF4-FFF2-40B4-BE49-F238E27FC236}">
                <a16:creationId xmlns:a16="http://schemas.microsoft.com/office/drawing/2014/main" id="{97995CCA-C661-4B85-AAC2-9D76A3B78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4" name="Rectangle 3093">
            <a:extLst>
              <a:ext uri="{FF2B5EF4-FFF2-40B4-BE49-F238E27FC236}">
                <a16:creationId xmlns:a16="http://schemas.microsoft.com/office/drawing/2014/main" id="{1537014F-02CF-4051-B4DD-B0501BC1E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1286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92F796-ACA2-53C6-E100-E72444C4A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584677" cy="1080938"/>
          </a:xfrm>
        </p:spPr>
        <p:txBody>
          <a:bodyPr>
            <a:normAutofit/>
          </a:bodyPr>
          <a:lstStyle/>
          <a:p>
            <a:r>
              <a:rPr lang="en-US"/>
              <a:t>Motivarea proiectului</a:t>
            </a:r>
            <a:endParaRPr lang="en-US" dirty="0"/>
          </a:p>
        </p:txBody>
      </p:sp>
      <p:pic>
        <p:nvPicPr>
          <p:cNvPr id="3095" name="Picture 3094">
            <a:extLst>
              <a:ext uri="{FF2B5EF4-FFF2-40B4-BE49-F238E27FC236}">
                <a16:creationId xmlns:a16="http://schemas.microsoft.com/office/drawing/2014/main" id="{4100C9ED-4B59-4A55-9A49-AED52060E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6409944" cy="258395"/>
          </a:xfrm>
          <a:prstGeom prst="rect">
            <a:avLst/>
          </a:prstGeom>
        </p:spPr>
      </p:pic>
      <p:sp>
        <p:nvSpPr>
          <p:cNvPr id="3090" name="Rectangle 3089">
            <a:extLst>
              <a:ext uri="{FF2B5EF4-FFF2-40B4-BE49-F238E27FC236}">
                <a16:creationId xmlns:a16="http://schemas.microsoft.com/office/drawing/2014/main" id="{509BAAAD-6CE7-413C-9BB1-497788C84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163" y="642795"/>
            <a:ext cx="4812406" cy="557512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550579EB-8ED9-1582-2BB4-CCB048C50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43933" y="2266092"/>
            <a:ext cx="4178419" cy="2319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54BBD1D-7362-7CB0-46AD-65A53CD649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08720"/>
              </p:ext>
            </p:extLst>
          </p:nvPr>
        </p:nvGraphicFramePr>
        <p:xfrm>
          <a:off x="680321" y="2336873"/>
          <a:ext cx="5104843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59446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A4A20-1DD6-463A-865B-BC58C7202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2C18E5-8207-4CDA-8D1F-3399785D1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7995CCA-C661-4B85-AAC2-9D76A3B78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37014F-02CF-4051-B4DD-B0501BC1E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1286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F1E42B-5D92-8FA4-959D-1632BC4AE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584677" cy="1080938"/>
          </a:xfrm>
        </p:spPr>
        <p:txBody>
          <a:bodyPr>
            <a:normAutofit/>
          </a:bodyPr>
          <a:lstStyle/>
          <a:p>
            <a:r>
              <a:rPr lang="en-US" dirty="0" err="1"/>
              <a:t>Motivarea</a:t>
            </a:r>
            <a:r>
              <a:rPr lang="en-US" dirty="0"/>
              <a:t> </a:t>
            </a:r>
            <a:r>
              <a:rPr lang="en-US" dirty="0" err="1"/>
              <a:t>proiectului</a:t>
            </a:r>
            <a:r>
              <a:rPr lang="en-US" dirty="0"/>
              <a:t>: </a:t>
            </a:r>
            <a:r>
              <a:rPr lang="en-US" dirty="0" err="1"/>
              <a:t>Propunere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rezolvare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00C9ED-4B59-4A55-9A49-AED52060E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6409944" cy="258395"/>
          </a:xfrm>
          <a:prstGeom prst="rect">
            <a:avLst/>
          </a:prstGeom>
        </p:spPr>
      </p:pic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963E95A-6A1F-231B-8EB9-8BD8AD8B1C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625020"/>
              </p:ext>
            </p:extLst>
          </p:nvPr>
        </p:nvGraphicFramePr>
        <p:xfrm>
          <a:off x="680321" y="2336873"/>
          <a:ext cx="5104843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509BAAAD-6CE7-413C-9BB1-497788C84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163" y="642795"/>
            <a:ext cx="4812406" cy="557512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Robot">
            <a:extLst>
              <a:ext uri="{FF2B5EF4-FFF2-40B4-BE49-F238E27FC236}">
                <a16:creationId xmlns:a16="http://schemas.microsoft.com/office/drawing/2014/main" id="{BA3CF323-1ED7-A162-A8ED-9D5FCCC22B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3933" y="1336393"/>
            <a:ext cx="4178419" cy="4178419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3408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7F04-6D6D-2A15-1788-B5DAEC1F0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tehnica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B35298-5D48-EB76-AB84-2D13CABD8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174" y="2336800"/>
            <a:ext cx="9659008" cy="4011534"/>
          </a:xfrm>
        </p:spPr>
      </p:pic>
    </p:spTree>
    <p:extLst>
      <p:ext uri="{BB962C8B-B14F-4D97-AF65-F5344CB8AC3E}">
        <p14:creationId xmlns:p14="http://schemas.microsoft.com/office/powerpoint/2010/main" val="296225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EA4F-C9F6-82D4-AAD5-70E4F545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n8n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0C8AC5-EA21-358F-CF4E-84DE2730DC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464197"/>
              </p:ext>
            </p:extLst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096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B035-E198-8718-22E7-7F0B242AD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7814001-46A9-D598-A3D3-C8157552F1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2970823"/>
              </p:ext>
            </p:extLst>
          </p:nvPr>
        </p:nvGraphicFramePr>
        <p:xfrm>
          <a:off x="0" y="2571670"/>
          <a:ext cx="6248253" cy="3724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502BF02-6137-F641-C228-22623842C0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387984"/>
              </p:ext>
            </p:extLst>
          </p:nvPr>
        </p:nvGraphicFramePr>
        <p:xfrm>
          <a:off x="6531757" y="4724953"/>
          <a:ext cx="3581876" cy="1808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202FE1F6-03F4-4077-351A-2E30AB8AAD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9633" y="2039085"/>
            <a:ext cx="4086123" cy="259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53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9EEAF-33D5-DE90-60D2-DB1C4D54F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Telegram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6101D7-46F5-9A31-55A5-BFCEAAF314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9684" y="2436061"/>
            <a:ext cx="328311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botul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utilizatori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monitorizați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Setare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preferințe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filtrare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2EFD249-F16C-510D-BEC7-653246785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3797" y="2142308"/>
            <a:ext cx="328311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effectLst/>
                <a:latin typeface="Arial" panose="020B0604020202020204" pitchFamily="34" charset="0"/>
              </a:rPr>
              <a:t>Monitorizare</a:t>
            </a:r>
            <a:r>
              <a:rPr lang="en-US" altLang="en-US" sz="1800" dirty="0"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effectLst/>
                <a:latin typeface="Arial" panose="020B0604020202020204" pitchFamily="34" charset="0"/>
              </a:rPr>
              <a:t>grup</a:t>
            </a:r>
            <a:r>
              <a:rPr lang="en-US" altLang="en-US" sz="1800" dirty="0">
                <a:effectLst/>
                <a:latin typeface="Arial" panose="020B0604020202020204" pitchFamily="34" charset="0"/>
              </a:rPr>
              <a:t> (bot </a:t>
            </a:r>
            <a:r>
              <a:rPr lang="en-US" altLang="en-US" sz="1800" dirty="0" err="1">
                <a:effectLst/>
                <a:latin typeface="Arial" panose="020B0604020202020204" pitchFamily="34" charset="0"/>
              </a:rPr>
              <a:t>adăugat</a:t>
            </a:r>
            <a:r>
              <a:rPr lang="en-US" altLang="en-US" sz="1800" dirty="0">
                <a:effectLst/>
                <a:latin typeface="Arial" panose="020B0604020202020204" pitchFamily="34" charset="0"/>
              </a:rPr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effectLst/>
                <a:latin typeface="Arial" panose="020B0604020202020204" pitchFamily="34" charset="0"/>
              </a:rPr>
              <a:t>Analiză</a:t>
            </a:r>
            <a:r>
              <a:rPr lang="en-US" altLang="en-US" sz="1800" dirty="0"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effectLst/>
                <a:latin typeface="Arial" panose="020B0604020202020204" pitchFamily="34" charset="0"/>
              </a:rPr>
              <a:t>mesaje</a:t>
            </a:r>
            <a:r>
              <a:rPr lang="en-US" altLang="en-US" sz="1800" dirty="0"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effectLst/>
                <a:latin typeface="Arial" panose="020B0604020202020204" pitchFamily="34" charset="0"/>
              </a:rPr>
              <a:t>utilizatori</a:t>
            </a:r>
            <a:r>
              <a:rPr lang="en-US" altLang="en-US" sz="1800" dirty="0"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effectLst/>
                <a:latin typeface="Arial" panose="020B0604020202020204" pitchFamily="34" charset="0"/>
              </a:rPr>
              <a:t>monitorizați</a:t>
            </a: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effectLst/>
                <a:latin typeface="Arial" panose="020B0604020202020204" pitchFamily="34" charset="0"/>
              </a:rPr>
              <a:t>Rezumare</a:t>
            </a:r>
            <a:r>
              <a:rPr lang="en-US" altLang="en-US" sz="1800" dirty="0"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effectLst/>
                <a:latin typeface="Arial" panose="020B0604020202020204" pitchFamily="34" charset="0"/>
              </a:rPr>
              <a:t>automată</a:t>
            </a:r>
            <a:r>
              <a:rPr lang="en-US" altLang="en-US" sz="1800" dirty="0">
                <a:effectLst/>
                <a:latin typeface="Arial" panose="020B0604020202020204" pitchFamily="34" charset="0"/>
              </a:rPr>
              <a:t> cu LLM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effectLst/>
                <a:latin typeface="Arial" panose="020B0604020202020204" pitchFamily="34" charset="0"/>
              </a:rPr>
              <a:t>Trimitere </a:t>
            </a:r>
            <a:r>
              <a:rPr lang="en-US" altLang="en-US" sz="1800" dirty="0" err="1">
                <a:effectLst/>
                <a:latin typeface="Arial" panose="020B0604020202020204" pitchFamily="34" charset="0"/>
              </a:rPr>
              <a:t>rezumat</a:t>
            </a:r>
            <a:r>
              <a:rPr lang="en-US" altLang="en-US" sz="1800" dirty="0"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effectLst/>
                <a:latin typeface="Arial" panose="020B0604020202020204" pitchFamily="34" charset="0"/>
              </a:rPr>
              <a:t>în</a:t>
            </a:r>
            <a:r>
              <a:rPr lang="en-US" altLang="en-US" sz="1800" dirty="0"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effectLst/>
                <a:latin typeface="Arial" panose="020B0604020202020204" pitchFamily="34" charset="0"/>
              </a:rPr>
              <a:t>privat</a:t>
            </a:r>
            <a:r>
              <a:rPr lang="en-US" altLang="en-US" sz="1800" dirty="0">
                <a:effectLst/>
                <a:latin typeface="Arial" panose="020B0604020202020204" pitchFamily="34" charset="0"/>
              </a:rPr>
              <a:t> (admin)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FD35AD5-8C60-7496-3EED-FA74B88A2A0D}"/>
              </a:ext>
            </a:extLst>
          </p:cNvPr>
          <p:cNvGraphicFramePr/>
          <p:nvPr/>
        </p:nvGraphicFramePr>
        <p:xfrm>
          <a:off x="4209438" y="2968803"/>
          <a:ext cx="3486251" cy="267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BDB0A31-25D1-49FB-1276-017B95EA74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684" y="4088731"/>
            <a:ext cx="3283119" cy="21019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9B8212-DE7A-4FEE-8B22-51CD562B07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8194" y="4241139"/>
            <a:ext cx="2159111" cy="179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4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D333345-06FE-431A-A170-B442B71B6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3CF734-AF09-4284-A3AF-E1B79C0AA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51DDCB9-F755-45C2-A2DF-09112F5CC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E5D6A2-8420-4DDB-B2B9-F907655B9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87C5E-C81D-706C-FACF-74BF9C8E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rPr lang="en-US" dirty="0"/>
              <a:t>PostgreSQL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5C9795-5873-43E5-A16C-324C15CF1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C666A5-D8F4-E1AA-C140-6C74E70F5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091" y="1618499"/>
            <a:ext cx="3358478" cy="362100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394D090-8042-0346-CA36-4DB15C14FE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6443343"/>
              </p:ext>
            </p:extLst>
          </p:nvPr>
        </p:nvGraphicFramePr>
        <p:xfrm>
          <a:off x="680321" y="2336873"/>
          <a:ext cx="642321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219046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D333345-06FE-431A-A170-B442B71B6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3CF734-AF09-4284-A3AF-E1B79C0AA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51DDCB9-F755-45C2-A2DF-09112F5CC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E5D6A2-8420-4DDB-B2B9-F907655B9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1ACDC-D58D-0F04-2A2D-3F4E4151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rPr lang="en-US" dirty="0" err="1"/>
              <a:t>Ollama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5C9795-5873-43E5-A16C-324C15CF1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91BB517-48E4-E746-886A-C5E8052F9C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7599"/>
              </p:ext>
            </p:extLst>
          </p:nvPr>
        </p:nvGraphicFramePr>
        <p:xfrm>
          <a:off x="680321" y="2336873"/>
          <a:ext cx="642321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B4BF347-D0DB-E411-BC99-B6EB80D73F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7091" y="1688856"/>
            <a:ext cx="3358478" cy="3480288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7082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812AC83-22F0-44D1-B41F-5FF2304A1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A9B3369-20B8-495A-B857-05C117B58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53743EE-5C98-4818-927C-F0CA00C3C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832B64A-5DE3-4CF7-93BD-E4EEFDC83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60D20CA5-592A-495C-845B-170F147EC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694F8-19B0-B695-F7BD-92DB763F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 dirty="0"/>
              <a:t>State of the art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C0CA1A6-03AE-977E-09E5-620AB395CD6D}"/>
              </a:ext>
            </a:extLst>
          </p:cNvPr>
          <p:cNvSpPr txBox="1">
            <a:spLocks/>
          </p:cNvSpPr>
          <p:nvPr/>
        </p:nvSpPr>
        <p:spPr>
          <a:xfrm>
            <a:off x="6041803" y="2336873"/>
            <a:ext cx="523329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60567CBB-943D-8952-2F00-964F5FBFB25B}"/>
              </a:ext>
            </a:extLst>
          </p:cNvPr>
          <p:cNvSpPr txBox="1">
            <a:spLocks/>
          </p:cNvSpPr>
          <p:nvPr/>
        </p:nvSpPr>
        <p:spPr>
          <a:xfrm>
            <a:off x="5913620" y="2336873"/>
            <a:ext cx="523329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228600" algn="ctr" rotWithShape="0">
                    <a:prstClr val="black">
                      <a:alpha val="53000"/>
                    </a:prst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37" name="Content Placeholder 6">
            <a:extLst>
              <a:ext uri="{FF2B5EF4-FFF2-40B4-BE49-F238E27FC236}">
                <a16:creationId xmlns:a16="http://schemas.microsoft.com/office/drawing/2014/main" id="{EEC618B8-F85C-052C-1C8D-A73BA80A4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7283047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4490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1F5D-8A00-E3ED-F456-456B7B8A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State of the art - </a:t>
            </a:r>
            <a:r>
              <a:rPr lang="en-US" dirty="0" err="1"/>
              <a:t>Schimbari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A61FB0B-C02C-A5CD-627A-0B5713B2E1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694149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5544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14CE8021-4E74-4794-A0E4-ECC2D2D40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E078BCD-8B65-4E7B-AE0A-990752A25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4BFAB54-6FA9-45FB-BA3B-3591CB055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B7C6772A-E335-4500-A29B-3A44614EB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F57701-3264-4009-ADFB-56BD816DC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76CAFBBC-9101-4999-98F4-37DE46210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FEE7D4F-E06C-4F1E-9694-422AAAE42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0456077E-F215-462C-B07C-17E23CB90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076B34BE-9BD4-463B-8810-E90948ED2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998DB40D-2AF3-448E-AFC7-F3D9AD269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C3C95-4B3B-C7B0-6407-124DE5A28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dirty="0"/>
              <a:t>Experiment 1 – </a:t>
            </a:r>
            <a:r>
              <a:rPr lang="en-US" sz="4000" dirty="0" err="1"/>
              <a:t>Gestionarea</a:t>
            </a:r>
            <a:r>
              <a:rPr lang="en-US" sz="4000" dirty="0"/>
              <a:t> </a:t>
            </a:r>
            <a:r>
              <a:rPr lang="en-US" sz="4000" dirty="0" err="1"/>
              <a:t>utilizatorilor</a:t>
            </a:r>
            <a:r>
              <a:rPr lang="en-US" sz="4000" dirty="0"/>
              <a:t> </a:t>
            </a:r>
            <a:r>
              <a:rPr lang="en-US" sz="4000" dirty="0" err="1"/>
              <a:t>monitorizati</a:t>
            </a:r>
            <a:endParaRPr lang="en-US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735B70-ABAB-49BA-33E8-4956D1B0D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240" y="640080"/>
            <a:ext cx="5949695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8076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4CE8021-4E74-4794-A0E4-ECC2D2D40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E078BCD-8B65-4E7B-AE0A-990752A25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BFAB54-6FA9-45FB-BA3B-3591CB055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7C6772A-E335-4500-A29B-3A44614EB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F57701-3264-4009-ADFB-56BD816DC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6CAFBBC-9101-4999-98F4-37DE46210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FEE7D4F-E06C-4F1E-9694-422AAAE42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456077E-F215-462C-B07C-17E23CB90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76B34BE-9BD4-463B-8810-E90948ED2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98DB40D-2AF3-448E-AFC7-F3D9AD269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996B2-4061-C784-B558-7BFBA87C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79" y="2063262"/>
            <a:ext cx="4082321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dirty="0"/>
              <a:t>Experiment 2 – </a:t>
            </a:r>
            <a:r>
              <a:rPr lang="en-US" sz="4000" dirty="0" err="1"/>
              <a:t>Gestionarea</a:t>
            </a:r>
            <a:r>
              <a:rPr lang="en-US" sz="4000" dirty="0"/>
              <a:t> </a:t>
            </a:r>
            <a:r>
              <a:rPr lang="en-US" sz="4000" dirty="0" err="1"/>
              <a:t>preferintelor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37AB2B-2C96-5F7B-073C-B662F5E49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4606" y="955920"/>
            <a:ext cx="6260963" cy="494616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079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4CE8021-4E74-4794-A0E4-ECC2D2D40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E078BCD-8B65-4E7B-AE0A-990752A25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BFAB54-6FA9-45FB-BA3B-3591CB055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7C6772A-E335-4500-A29B-3A44614EB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F57701-3264-4009-ADFB-56BD816DC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6CAFBBC-9101-4999-98F4-37DE46210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FEE7D4F-E06C-4F1E-9694-422AAAE42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456077E-F215-462C-B07C-17E23CB90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76B34BE-9BD4-463B-8810-E90948ED2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98DB40D-2AF3-448E-AFC7-F3D9AD269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E44DB-D407-9FF7-6223-72AA322BE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63" y="2063262"/>
            <a:ext cx="420973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dirty="0"/>
              <a:t>Experiment 3 – </a:t>
            </a:r>
            <a:r>
              <a:rPr lang="en-US" sz="4000" dirty="0" err="1"/>
              <a:t>Sumarizarea</a:t>
            </a:r>
            <a:r>
              <a:rPr lang="en-US" sz="4000" dirty="0"/>
              <a:t> </a:t>
            </a:r>
            <a:r>
              <a:rPr lang="en-US" sz="4000" dirty="0" err="1"/>
              <a:t>mesajelor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DD91B1-17E6-0CA8-BE13-877546B02B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4606" y="1049834"/>
            <a:ext cx="6260963" cy="475833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2462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4CE8021-4E74-4794-A0E4-ECC2D2D40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E078BCD-8B65-4E7B-AE0A-990752A25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4BFAB54-6FA9-45FB-BA3B-3591CB055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7C6772A-E335-4500-A29B-3A44614EB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F57701-3264-4009-ADFB-56BD816DC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6CAFBBC-9101-4999-98F4-37DE46210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FEE7D4F-E06C-4F1E-9694-422AAAE42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07"/>
            <a:ext cx="12192000" cy="6858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456077E-F215-462C-B07C-17E23CB90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76B34BE-9BD4-463B-8810-E90948ED2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98DB40D-2AF3-448E-AFC7-F3D9AD269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1744B-1C79-498D-BE6A-CE0705CC5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34" y="2063262"/>
            <a:ext cx="4014866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dirty="0"/>
              <a:t>Experiment 4 – </a:t>
            </a:r>
            <a:r>
              <a:rPr lang="en-US" sz="4400" dirty="0" err="1"/>
              <a:t>Mesaj</a:t>
            </a:r>
            <a:r>
              <a:rPr lang="en-US" sz="4400" dirty="0"/>
              <a:t> </a:t>
            </a:r>
            <a:r>
              <a:rPr lang="en-US" sz="4400" dirty="0" err="1"/>
              <a:t>nedorit</a:t>
            </a:r>
            <a:endParaRPr lang="en-US" sz="4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E801B9-363F-D68A-535B-EC04EA450C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4606" y="1574190"/>
            <a:ext cx="6260963" cy="370962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6147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D4B7F-B576-2B10-6532-C163417A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Rezultate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371A3C3-1A91-1C12-A71E-E2F40AA737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705769"/>
              </p:ext>
            </p:extLst>
          </p:nvPr>
        </p:nvGraphicFramePr>
        <p:xfrm>
          <a:off x="1462663" y="2336799"/>
          <a:ext cx="8050650" cy="359886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10130">
                  <a:extLst>
                    <a:ext uri="{9D8B030D-6E8A-4147-A177-3AD203B41FA5}">
                      <a16:colId xmlns:a16="http://schemas.microsoft.com/office/drawing/2014/main" val="2386305500"/>
                    </a:ext>
                  </a:extLst>
                </a:gridCol>
                <a:gridCol w="1610130">
                  <a:extLst>
                    <a:ext uri="{9D8B030D-6E8A-4147-A177-3AD203B41FA5}">
                      <a16:colId xmlns:a16="http://schemas.microsoft.com/office/drawing/2014/main" val="918111869"/>
                    </a:ext>
                  </a:extLst>
                </a:gridCol>
                <a:gridCol w="1610130">
                  <a:extLst>
                    <a:ext uri="{9D8B030D-6E8A-4147-A177-3AD203B41FA5}">
                      <a16:colId xmlns:a16="http://schemas.microsoft.com/office/drawing/2014/main" val="202174136"/>
                    </a:ext>
                  </a:extLst>
                </a:gridCol>
                <a:gridCol w="1610130">
                  <a:extLst>
                    <a:ext uri="{9D8B030D-6E8A-4147-A177-3AD203B41FA5}">
                      <a16:colId xmlns:a16="http://schemas.microsoft.com/office/drawing/2014/main" val="581090172"/>
                    </a:ext>
                  </a:extLst>
                </a:gridCol>
                <a:gridCol w="1610130">
                  <a:extLst>
                    <a:ext uri="{9D8B030D-6E8A-4147-A177-3AD203B41FA5}">
                      <a16:colId xmlns:a16="http://schemas.microsoft.com/office/drawing/2014/main" val="819312535"/>
                    </a:ext>
                  </a:extLst>
                </a:gridCol>
              </a:tblGrid>
              <a:tr h="536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Experiment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Functionalitate testata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Input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Output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Rezultat</a:t>
                      </a:r>
                    </a:p>
                  </a:txBody>
                  <a:tcPr marL="76572" marR="76572" marT="38286" marB="38286" anchor="ctr"/>
                </a:tc>
                <a:extLst>
                  <a:ext uri="{0D108BD9-81ED-4DB2-BD59-A6C34878D82A}">
                    <a16:rowId xmlns:a16="http://schemas.microsoft.com/office/drawing/2014/main" val="3009882916"/>
                  </a:ext>
                </a:extLst>
              </a:tr>
              <a:tr h="765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Experiment 1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Gestionare utilizatori monitorizati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500"/>
                        <a:t>Comenzi /monitor add / del / ls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Lista actualizata utilizatori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Functionare corecta</a:t>
                      </a:r>
                    </a:p>
                  </a:txBody>
                  <a:tcPr marL="76572" marR="76572" marT="38286" marB="38286" anchor="ctr"/>
                </a:tc>
                <a:extLst>
                  <a:ext uri="{0D108BD9-81ED-4DB2-BD59-A6C34878D82A}">
                    <a16:rowId xmlns:a16="http://schemas.microsoft.com/office/drawing/2014/main" val="1056070197"/>
                  </a:ext>
                </a:extLst>
              </a:tr>
              <a:tr h="765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Experiment 2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Gestionare preferinte utilizator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500"/>
                        <a:t>Comenzi /pref set / del / ls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Preferinte salvate si actualizate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Functionare corecta</a:t>
                      </a:r>
                    </a:p>
                  </a:txBody>
                  <a:tcPr marL="76572" marR="76572" marT="38286" marB="38286" anchor="ctr"/>
                </a:tc>
                <a:extLst>
                  <a:ext uri="{0D108BD9-81ED-4DB2-BD59-A6C34878D82A}">
                    <a16:rowId xmlns:a16="http://schemas.microsoft.com/office/drawing/2014/main" val="1920659204"/>
                  </a:ext>
                </a:extLst>
              </a:tr>
              <a:tr h="765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Experiment 3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Sumarizarea mesajelor relevante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Mesaj grup utilizator monitorizat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Rezumat generat de LLM in privat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Functionare corecta</a:t>
                      </a:r>
                    </a:p>
                  </a:txBody>
                  <a:tcPr marL="76572" marR="76572" marT="38286" marB="38286" anchor="ctr"/>
                </a:tc>
                <a:extLst>
                  <a:ext uri="{0D108BD9-81ED-4DB2-BD59-A6C34878D82A}">
                    <a16:rowId xmlns:a16="http://schemas.microsoft.com/office/drawing/2014/main" val="1663101998"/>
                  </a:ext>
                </a:extLst>
              </a:tr>
              <a:tr h="765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/>
                        <a:t>Experiment 4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/>
                        <a:t>Filtrare mesaj nedorit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b="0"/>
                        <a:t>Mesaj fara relevanta fata de preferinte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 err="1"/>
                        <a:t>Mesaj</a:t>
                      </a:r>
                      <a:r>
                        <a:rPr lang="en-US" sz="1500" b="0" dirty="0"/>
                        <a:t> </a:t>
                      </a:r>
                      <a:r>
                        <a:rPr lang="en-US" sz="1500" b="0" dirty="0" err="1"/>
                        <a:t>ignorat</a:t>
                      </a:r>
                      <a:r>
                        <a:rPr lang="en-US" sz="1500" b="0" dirty="0"/>
                        <a:t> / NO MATCH FOUND</a:t>
                      </a:r>
                    </a:p>
                  </a:txBody>
                  <a:tcPr marL="76572" marR="76572" marT="38286" marB="382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 err="1"/>
                        <a:t>Functionare</a:t>
                      </a:r>
                      <a:r>
                        <a:rPr lang="en-US" sz="1500" b="0" dirty="0"/>
                        <a:t> </a:t>
                      </a:r>
                      <a:r>
                        <a:rPr lang="en-US" sz="1500" b="0" dirty="0" err="1"/>
                        <a:t>corecta</a:t>
                      </a:r>
                      <a:endParaRPr lang="en-US" sz="1500" b="0" dirty="0"/>
                    </a:p>
                  </a:txBody>
                  <a:tcPr marL="76572" marR="76572" marT="38286" marB="38286" anchor="ctr"/>
                </a:tc>
                <a:extLst>
                  <a:ext uri="{0D108BD9-81ED-4DB2-BD59-A6C34878D82A}">
                    <a16:rowId xmlns:a16="http://schemas.microsoft.com/office/drawing/2014/main" val="23276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980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481A-3218-21DE-F1E8-7E6C95FBC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EEA8D-7519-F474-A92F-454165403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69" y="2505456"/>
            <a:ext cx="9613861" cy="3599316"/>
          </a:xfrm>
        </p:spPr>
        <p:txBody>
          <a:bodyPr/>
          <a:lstStyle/>
          <a:p>
            <a:r>
              <a:rPr lang="en-US" dirty="0"/>
              <a:t>Din </a:t>
            </a:r>
            <a:r>
              <a:rPr lang="en-US" dirty="0" err="1"/>
              <a:t>tabel</a:t>
            </a:r>
            <a:r>
              <a:rPr lang="en-US" dirty="0"/>
              <a:t> se </a:t>
            </a:r>
            <a:r>
              <a:rPr lang="en-US" dirty="0" err="1"/>
              <a:t>observa</a:t>
            </a:r>
            <a:r>
              <a:rPr lang="en-US" dirty="0"/>
              <a:t> ca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experimentele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validate cu </a:t>
            </a:r>
            <a:r>
              <a:rPr lang="en-US" dirty="0" err="1"/>
              <a:t>succes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abordarea</a:t>
            </a:r>
            <a:r>
              <a:rPr lang="en-US" dirty="0"/>
              <a:t> </a:t>
            </a:r>
            <a:r>
              <a:rPr lang="en-US" dirty="0" err="1"/>
              <a:t>bazata</a:t>
            </a:r>
            <a:r>
              <a:rPr lang="en-US" dirty="0"/>
              <a:t> pe prompting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orchestrare</a:t>
            </a:r>
            <a:r>
              <a:rPr lang="en-US" dirty="0"/>
              <a:t> multi-agent s-a </a:t>
            </a:r>
            <a:r>
              <a:rPr lang="en-US" dirty="0" err="1"/>
              <a:t>dovedit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eficienta</a:t>
            </a:r>
            <a:r>
              <a:rPr lang="en-US" dirty="0"/>
              <a:t>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68A91B1-B75A-2DBD-3628-6F504097EB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1192874"/>
              </p:ext>
            </p:extLst>
          </p:nvPr>
        </p:nvGraphicFramePr>
        <p:xfrm>
          <a:off x="1289068" y="3224177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7829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EB5AF-07BF-7CF6-5F83-5D6F6F354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Bibliografie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2893D5-52FB-6794-B1A2-4222582AB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 AI,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Introducing Meta Llama 3: The most capable openly available LLM to 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Ollama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Ollama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 – Architecture and Usage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n8n Documentation,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Agents and Workflow Automation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 Global Development Group,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PostgreSQL &amp; JSONB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Vaswani, A.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 Is All You Need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Brown, T. B.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Models Are Few-Shot Learners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Touvron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H. et al.,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Open and Efficient Foundation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Jiang, A. Q.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Mistral 7B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Yao, S. et al.,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Synergizing Reasoning and Acting in Language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ICLR, 2023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Park, J. S.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Agents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UIST, 2023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Hugging Face,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Byte Pair Encoding (BPE) – NLP Course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</a:t>
            </a:r>
          </a:p>
        </p:txBody>
      </p:sp>
    </p:spTree>
    <p:extLst>
      <p:ext uri="{BB962C8B-B14F-4D97-AF65-F5344CB8AC3E}">
        <p14:creationId xmlns:p14="http://schemas.microsoft.com/office/powerpoint/2010/main" val="821072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DB71C54-63C1-4B83-8324-BBCEC579C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15D940-E187-4030-B313-FDC84AE6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3046" y="0"/>
            <a:ext cx="406895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E38F34-66D8-4203-B16C-14AC20248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89680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05A8CD-D18E-5B65-6E27-5D98723AE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286929"/>
            <a:ext cx="7674983" cy="4284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/>
              <a:t>Va multumim! Intrebari?</a:t>
            </a:r>
          </a:p>
        </p:txBody>
      </p:sp>
    </p:spTree>
    <p:extLst>
      <p:ext uri="{BB962C8B-B14F-4D97-AF65-F5344CB8AC3E}">
        <p14:creationId xmlns:p14="http://schemas.microsoft.com/office/powerpoint/2010/main" val="278322574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3E2DD82F064585AC8A4D9FD56144" ma:contentTypeVersion="13" ma:contentTypeDescription="Create a new document." ma:contentTypeScope="" ma:versionID="63e4d0318ecc24e9e55d7835acca10c7">
  <xsd:schema xmlns:xsd="http://www.w3.org/2001/XMLSchema" xmlns:xs="http://www.w3.org/2001/XMLSchema" xmlns:p="http://schemas.microsoft.com/office/2006/metadata/properties" xmlns:ns3="a4436dd0-b14e-4f55-97de-20058e2224f6" targetNamespace="http://schemas.microsoft.com/office/2006/metadata/properties" ma:root="true" ma:fieldsID="e628ecc8671ce05cb6190a864e94179e" ns3:_="">
    <xsd:import namespace="a4436dd0-b14e-4f55-97de-20058e2224f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436dd0-b14e-4f55-97de-20058e222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4436dd0-b14e-4f55-97de-20058e2224f6" xsi:nil="true"/>
  </documentManagement>
</p:properties>
</file>

<file path=customXml/itemProps1.xml><?xml version="1.0" encoding="utf-8"?>
<ds:datastoreItem xmlns:ds="http://schemas.openxmlformats.org/officeDocument/2006/customXml" ds:itemID="{9D590978-9CAB-42C7-B34A-FDED1AE3D3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436dd0-b14e-4f55-97de-20058e2224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519E3A-A155-49E7-9CCC-25262A4D3C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D7321E-2DBF-4363-8F8E-335C8B7EDAA7}">
  <ds:schemaRefs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a4436dd0-b14e-4f55-97de-20058e2224f6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136</TotalTime>
  <Words>770</Words>
  <Application>Microsoft Office PowerPoint</Application>
  <PresentationFormat>Widescreen</PresentationFormat>
  <Paragraphs>163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Trebuchet MS</vt:lpstr>
      <vt:lpstr>Berlin</vt:lpstr>
      <vt:lpstr>AI Chat Assistant</vt:lpstr>
      <vt:lpstr>Cuprins</vt:lpstr>
      <vt:lpstr>Motivarea proiectului</vt:lpstr>
      <vt:lpstr>Motivarea proiectului: Propunere si rezolvare</vt:lpstr>
      <vt:lpstr>Implementarea tehnica</vt:lpstr>
      <vt:lpstr>n8n</vt:lpstr>
      <vt:lpstr>Docker</vt:lpstr>
      <vt:lpstr>Telegram</vt:lpstr>
      <vt:lpstr>PostgreSQL</vt:lpstr>
      <vt:lpstr>Ollama</vt:lpstr>
      <vt:lpstr>State of the art</vt:lpstr>
      <vt:lpstr>State of the art - Schimbari</vt:lpstr>
      <vt:lpstr>Experiment 1 – Gestionarea utilizatorilor monitorizati</vt:lpstr>
      <vt:lpstr>Experiment 2 – Gestionarea preferintelor</vt:lpstr>
      <vt:lpstr>Experiment 3 – Sumarizarea mesajelor</vt:lpstr>
      <vt:lpstr>Experiment 4 – Mesaj nedorit</vt:lpstr>
      <vt:lpstr>Rezultate</vt:lpstr>
      <vt:lpstr>Concluzie</vt:lpstr>
      <vt:lpstr>Bibliografie</vt:lpstr>
      <vt:lpstr>Va multumim! Intrebari?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Călin TECŞAN (132774)</dc:creator>
  <cp:lastModifiedBy>Călin TECŞAN (132774)</cp:lastModifiedBy>
  <cp:revision>1</cp:revision>
  <dcterms:created xsi:type="dcterms:W3CDTF">2026-01-20T06:38:55Z</dcterms:created>
  <dcterms:modified xsi:type="dcterms:W3CDTF">2026-01-20T08:55:35Z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0x01010010423E2DD82F064585AC8A4D9FD56144</vt:lpwstr>
  </property>
</Properties>
</file>